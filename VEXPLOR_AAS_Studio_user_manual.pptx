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</p:sldIdLst>
  <p:notesMasterIdLst>
    <p:notesMasterId r:id="rId4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표지" id="{9a89b6de-7df5-d8e9-4cf6-3d9b72c5c59a}">
          <p14:sldIdLst>
            <p14:sldId id="256"/>
          </p14:sldIdLst>
        </p14:section>
        <p14:section name="차례" id="{c5338ce0-5227-b510-6575-617b15f68ba9}">
          <p14:sldIdLst>
            <p14:sldId id="257"/>
          </p14:sldIdLst>
        </p14:section>
        <p14:section name="소개" id="{798fbb91-7d13-28d5-6062-7ee89aa2195d}">
          <p14:sldIdLst>
            <p14:sldId id="258"/>
            <p14:sldId id="259"/>
          </p14:sldIdLst>
        </p14:section>
        <p14:section name="시작하기" id="{970250a8-09b9-5434-c7b7-b474a328279f}">
          <p14:sldIdLst>
            <p14:sldId id="260"/>
            <p14:sldId id="261"/>
            <p14:sldId id="262"/>
            <p14:sldId id="263"/>
          </p14:sldIdLst>
        </p14:section>
        <p14:section name="화면 둘러보기" id="{2f02846f-4230-c995-b675-a329fc481178}">
          <p14:sldIdLst>
            <p14:sldId id="264"/>
            <p14:sldId id="265"/>
            <p14:sldId id="266"/>
            <p14:sldId id="267"/>
          </p14:sldIdLst>
        </p14:section>
        <p14:section name="파일 열기" id="{fd8e1adc-1fd7-fc29-95ff-991534f16d3d}">
          <p14:sldIdLst>
            <p14:sldId id="268"/>
            <p14:sldId id="269"/>
            <p14:sldId id="270"/>
            <p14:sldId id="271"/>
          </p14:sldIdLst>
        </p14:section>
        <p14:section name="만들고 고치기" id="{626e248f-1e6e-6a25-4beb-9a3a988a313f}">
          <p14:sldIdLst>
            <p14:sldId id="272"/>
            <p14:sldId id="273"/>
            <p14:sldId id="274"/>
            <p14:sldId id="275"/>
            <p14:sldId id="276"/>
            <p14:sldId id="277"/>
          </p14:sldIdLst>
        </p14:section>
        <p14:section name="검사와 자동 고치기" id="{d61fd811-25e3-b314-1f35-853f69236583}">
          <p14:sldIdLst>
            <p14:sldId id="278"/>
            <p14:sldId id="279"/>
            <p14:sldId id="280"/>
          </p14:sldIdLst>
        </p14:section>
        <p14:section name="내보내기" id="{eb478de4-3ce2-8ff5-f733-fa8f01e7e65a}">
          <p14:sldIdLst>
            <p14:sldId id="281"/>
            <p14:sldId id="282"/>
            <p14:sldId id="283"/>
          </p14:sldIdLst>
        </p14:section>
        <p14:section name="공정과 레퍼런스 번들" id="{2ff64610-9ba9-f0a1-daec-e305c614159b}">
          <p14:sldIdLst>
            <p14:sldId id="284"/>
            <p14:sldId id="285"/>
            <p14:sldId id="286"/>
          </p14:sldIdLst>
        </p14:section>
        <p14:section name="현장 값 수집과 제공" id="{72434b13-d25e-ca65-1546-f25ce222920a}">
          <p14:sldIdLst>
            <p14:sldId id="287"/>
            <p14:sldId id="288"/>
            <p14:sldId id="289"/>
          </p14:sldIdLst>
        </p14:section>
        <p14:section name="내 계정과 설정" id="{85254754-cf37-6958-d51c-acf2c8a5ee4f}">
          <p14:sldIdLst>
            <p14:sldId id="290"/>
            <p14:sldId id="291"/>
            <p14:sldId id="292"/>
            <p14:sldId id="293"/>
            <p14:sldId id="294"/>
          </p14:sldIdLst>
        </p14:section>
        <p14:section name="마무리" id="{6a46b0f5-1f65-a1e7-738c-cfe5dde35832}">
          <p14:sldIdLst>
            <p14:sldId id="295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notesMaster" Target="notesMasters/notesMaster1.xml"/><Relationship Id="rId43" Type="http://schemas.openxmlformats.org/officeDocument/2006/relationships/presProps" Target="presProps.xml"/><Relationship Id="rId44" Type="http://schemas.openxmlformats.org/officeDocument/2006/relationships/viewProps" Target="viewProps.xml"/><Relationship Id="rId45" Type="http://schemas.openxmlformats.org/officeDocument/2006/relationships/theme" Target="theme/theme1.xml"/><Relationship Id="rId4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0F1B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">
    <p:bg>
      <p:bgPr>
        <a:solidFill>
          <a:srgbClr val="0F1B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2286000" y="2331720"/>
            <a:ext cx="896112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800" b="1" dirty="0">
                <a:solidFill>
                  <a:srgbClr val="FFFFFF"/>
                </a:solidFill>
              </a:defRPr>
            </a:lvl1pPr>
          </a:lstStyle>
          <a:p>
            <a:pPr algn="l" indent="0" marL="0">
              <a:buNone/>
            </a:pPr>
            <a:endParaRPr lang="en-US" sz="3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CC2FF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566928"/>
            <a:ext cx="11064240" cy="56692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600" b="1" dirty="0">
                <a:solidFill>
                  <a:srgbClr val="0F1B2D"/>
                </a:solidFill>
              </a:defRPr>
            </a:lvl1pPr>
          </a:lstStyle>
          <a:p>
            <a:pPr algn="l" indent="0" marL="0">
              <a:buNone/>
            </a:pPr>
            <a:endParaRPr lang="en-US" sz="2600" dirty="0"/>
          </a:p>
        </p:txBody>
      </p:sp>
      <p:sp>
        <p:nvSpPr>
          <p:cNvPr id="3" name="Shape 0"/>
          <p:cNvSpPr/>
          <p:nvPr/>
        </p:nvSpPr>
        <p:spPr>
          <a:xfrm>
            <a:off x="548640" y="6382512"/>
            <a:ext cx="11091672" cy="0"/>
          </a:xfrm>
          <a:prstGeom prst="line">
            <a:avLst/>
          </a:prstGeom>
          <a:noFill/>
          <a:ln w="9525">
            <a:solidFill>
              <a:srgbClr val="DDE3EC"/>
            </a:solidFill>
            <a:prstDash val="solid"/>
          </a:ln>
        </p:spPr>
      </p:sp>
      <p:sp>
        <p:nvSpPr>
          <p:cNvPr id="4" name="Text 1"/>
          <p:cNvSpPr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A94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VEXPLOR AAS Studio  ·  사용자 매뉴얼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50">
                <a:solidFill>
                  <a:srgbClr val="8A94A6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CC2FF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image" Target="../media/image-27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image" Target="../media/image-33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6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7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8-1.png"/><Relationship Id="rId2" Type="http://schemas.openxmlformats.org/officeDocument/2006/relationships/image" Target="../media/image-38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F7CF6"/>
          </a:solidFill>
          <a:ln w="12700">
            <a:solidFill>
              <a:srgbClr val="2F7CF6"/>
            </a:solidFill>
            <a:prstDash val="solid"/>
          </a:ln>
        </p:spPr>
      </p:sp>
      <p:sp>
        <p:nvSpPr>
          <p:cNvPr id="3" name="t-1"/>
          <p:cNvSpPr txBox="1"/>
          <p:nvPr/>
        </p:nvSpPr>
        <p:spPr>
          <a:xfrm>
            <a:off x="731520" y="123444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spc="600" kern="0" dirty="0">
                <a:solidFill>
                  <a:srgbClr val="2F7C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VEXPLOR</a:t>
            </a:r>
            <a:endParaRPr lang="en-US" sz="2600" dirty="0"/>
          </a:p>
        </p:txBody>
      </p:sp>
      <p:sp>
        <p:nvSpPr>
          <p:cNvPr id="4" name="t-2"/>
          <p:cNvSpPr txBox="1"/>
          <p:nvPr/>
        </p:nvSpPr>
        <p:spPr>
          <a:xfrm>
            <a:off x="731520" y="1828800"/>
            <a:ext cx="56692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AAS Studio</a:t>
            </a:r>
            <a:endParaRPr lang="en-US" sz="3800" dirty="0"/>
          </a:p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사용자 매뉴얼</a:t>
            </a:r>
            <a:endParaRPr lang="en-US" sz="3800" dirty="0"/>
          </a:p>
        </p:txBody>
      </p:sp>
      <p:sp>
        <p:nvSpPr>
          <p:cNvPr id="5" name="t-3"/>
          <p:cNvSpPr txBox="1"/>
          <p:nvPr/>
        </p:nvSpPr>
        <p:spPr>
          <a:xfrm>
            <a:off x="731520" y="3383280"/>
            <a:ext cx="58521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700" dirty="0">
                <a:solidFill>
                  <a:srgbClr val="9CC2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처음 쓰는 분을 위한 따라 하기 안내서</a:t>
            </a:r>
            <a:endParaRPr lang="en-US" sz="17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700" dirty="0">
                <a:solidFill>
                  <a:srgbClr val="9CC2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로그인부터 검사 · 자동 고치기 · 내려받기까지</a:t>
            </a:r>
            <a:endParaRPr lang="en-US" sz="1700" dirty="0"/>
          </a:p>
        </p:txBody>
      </p:sp>
      <p:sp>
        <p:nvSpPr>
          <p:cNvPr id="6" name="t-4"/>
          <p:cNvSpPr txBox="1"/>
          <p:nvPr/>
        </p:nvSpPr>
        <p:spPr>
          <a:xfrm>
            <a:off x="731520" y="59893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FA3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v1.1.0  ·  2026년 10월  ·  WACE</a:t>
            </a:r>
            <a:endParaRPr lang="en-US" sz="1200" dirty="0"/>
          </a:p>
        </p:txBody>
      </p:sp>
      <p:pic>
        <p:nvPicPr>
          <p:cNvPr id="7" name="Image 0" descr="프로그램 화면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29400" y="1988820"/>
            <a:ext cx="5120640" cy="2880360"/>
          </a:xfrm>
          <a:prstGeom prst="rect">
            <a:avLst/>
          </a:prstGeom>
          <a:effectLst>
            <a:outerShdw sx="100000" sy="100000" kx="0" ky="0" algn="bl" rotWithShape="0" blurRad="177800" dist="50800" dir="5400000">
              <a:srgbClr val="000000">
                <a:alpha val="45000"/>
              </a:srgbClr>
            </a:outerShdw>
          </a:effectLst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r-5"/>
          <p:cNvSpPr/>
          <p:nvPr/>
        </p:nvSpPr>
        <p:spPr>
          <a:xfrm>
            <a:off x="548640" y="329184"/>
            <a:ext cx="384048" cy="54864"/>
          </a:xfrm>
          <a:prstGeom prst="rect">
            <a:avLst/>
          </a:prstGeom>
          <a:solidFill>
            <a:srgbClr val="2F7CF6"/>
          </a:solidFill>
          <a:ln w="12700">
            <a:solidFill>
              <a:srgbClr val="2F7CF6"/>
            </a:solidFill>
            <a:prstDash val="solid"/>
          </a:ln>
        </p:spPr>
      </p:sp>
      <p:sp>
        <p:nvSpPr>
          <p:cNvPr id="3" name="t-6"/>
          <p:cNvSpPr txBox="1"/>
          <p:nvPr/>
        </p:nvSpPr>
        <p:spPr>
          <a:xfrm>
            <a:off x="1024128" y="22860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F7C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차례</a:t>
            </a:r>
            <a:endParaRPr lang="en-US" sz="11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548640" y="566928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F1B2D"/>
                </a:solidFill>
              </a:rPr>
              <a:t>차례</a:t>
            </a:r>
            <a:endParaRPr lang="en-US" sz="2600" dirty="0"/>
          </a:p>
        </p:txBody>
      </p:sp>
      <p:sp>
        <p:nvSpPr>
          <p:cNvPr id="5" name="t-7"/>
          <p:cNvSpPr txBox="1"/>
          <p:nvPr/>
        </p:nvSpPr>
        <p:spPr>
          <a:xfrm>
            <a:off x="548640" y="1152144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처음이라면 1 → 3 → 5장 순서로 읽으면 바로 쓸 수 있습니다</a:t>
            </a:r>
            <a:endParaRPr lang="en-US" sz="1400" dirty="0"/>
          </a:p>
        </p:txBody>
      </p:sp>
      <p:sp>
        <p:nvSpPr>
          <p:cNvPr id="6" name="t-8"/>
          <p:cNvSpPr txBox="1"/>
          <p:nvPr/>
        </p:nvSpPr>
        <p:spPr>
          <a:xfrm>
            <a:off x="548640" y="1783080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F7C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</a:t>
            </a:r>
            <a:endParaRPr lang="en-US" sz="2400" dirty="0"/>
          </a:p>
        </p:txBody>
      </p:sp>
      <p:sp>
        <p:nvSpPr>
          <p:cNvPr id="7" name="t-9"/>
          <p:cNvSpPr txBox="1"/>
          <p:nvPr/>
        </p:nvSpPr>
        <p:spPr>
          <a:xfrm>
            <a:off x="1325880" y="1764792"/>
            <a:ext cx="4663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F1B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시작하기</a:t>
            </a:r>
            <a:endParaRPr lang="en-US" sz="1600" dirty="0"/>
          </a:p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로그인 · 회원가입 · 데모 계정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548640" y="2514600"/>
            <a:ext cx="5394960" cy="0"/>
          </a:xfrm>
          <a:prstGeom prst="line">
            <a:avLst/>
          </a:prstGeom>
          <a:noFill/>
          <a:ln w="9525">
            <a:solidFill>
              <a:srgbClr val="DDE3EC"/>
            </a:solidFill>
            <a:prstDash val="solid"/>
          </a:ln>
        </p:spPr>
      </p:sp>
      <p:sp>
        <p:nvSpPr>
          <p:cNvPr id="9" name="t-10"/>
          <p:cNvSpPr txBox="1"/>
          <p:nvPr/>
        </p:nvSpPr>
        <p:spPr>
          <a:xfrm>
            <a:off x="548640" y="2624328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F7C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</a:t>
            </a:r>
            <a:endParaRPr lang="en-US" sz="2400" dirty="0"/>
          </a:p>
        </p:txBody>
      </p:sp>
      <p:sp>
        <p:nvSpPr>
          <p:cNvPr id="10" name="t-11"/>
          <p:cNvSpPr txBox="1"/>
          <p:nvPr/>
        </p:nvSpPr>
        <p:spPr>
          <a:xfrm>
            <a:off x="1325880" y="2606040"/>
            <a:ext cx="4663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F1B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 둘러보기</a:t>
            </a:r>
            <a:endParaRPr lang="en-US" sz="1600" dirty="0"/>
          </a:p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 칸 구성 · 머리줄 · 메뉴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548640" y="3355848"/>
            <a:ext cx="5394960" cy="0"/>
          </a:xfrm>
          <a:prstGeom prst="line">
            <a:avLst/>
          </a:prstGeom>
          <a:noFill/>
          <a:ln w="9525">
            <a:solidFill>
              <a:srgbClr val="DDE3EC"/>
            </a:solidFill>
            <a:prstDash val="solid"/>
          </a:ln>
        </p:spPr>
      </p:sp>
      <p:sp>
        <p:nvSpPr>
          <p:cNvPr id="12" name="t-12"/>
          <p:cNvSpPr txBox="1"/>
          <p:nvPr/>
        </p:nvSpPr>
        <p:spPr>
          <a:xfrm>
            <a:off x="548640" y="3465576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F7C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03</a:t>
            </a:r>
            <a:endParaRPr lang="en-US" sz="2400" dirty="0"/>
          </a:p>
        </p:txBody>
      </p:sp>
      <p:sp>
        <p:nvSpPr>
          <p:cNvPr id="13" name="t-13"/>
          <p:cNvSpPr txBox="1"/>
          <p:nvPr/>
        </p:nvSpPr>
        <p:spPr>
          <a:xfrm>
            <a:off x="1325880" y="3447288"/>
            <a:ext cx="4663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F1B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파일 열기</a:t>
            </a:r>
            <a:endParaRPr lang="en-US" sz="1600" dirty="0"/>
          </a:p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첫 화면 · 견본 · 파일 목록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48640" y="4197096"/>
            <a:ext cx="5394960" cy="0"/>
          </a:xfrm>
          <a:prstGeom prst="line">
            <a:avLst/>
          </a:prstGeom>
          <a:noFill/>
          <a:ln w="9525">
            <a:solidFill>
              <a:srgbClr val="DDE3EC"/>
            </a:solidFill>
            <a:prstDash val="solid"/>
          </a:ln>
        </p:spPr>
      </p:sp>
      <p:sp>
        <p:nvSpPr>
          <p:cNvPr id="15" name="t-14"/>
          <p:cNvSpPr txBox="1"/>
          <p:nvPr/>
        </p:nvSpPr>
        <p:spPr>
          <a:xfrm>
            <a:off x="548640" y="4306824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F7C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04</a:t>
            </a:r>
            <a:endParaRPr lang="en-US" sz="2400" dirty="0"/>
          </a:p>
        </p:txBody>
      </p:sp>
      <p:sp>
        <p:nvSpPr>
          <p:cNvPr id="16" name="t-15"/>
          <p:cNvSpPr txBox="1"/>
          <p:nvPr/>
        </p:nvSpPr>
        <p:spPr>
          <a:xfrm>
            <a:off x="1325880" y="4288536"/>
            <a:ext cx="4663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F1B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만들고 고치기</a:t>
            </a:r>
            <a:endParaRPr lang="en-US" sz="1600" dirty="0"/>
          </a:p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새로 만들기 · 값 고치기 · 가져오기 · 이력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548640" y="5038344"/>
            <a:ext cx="5394960" cy="0"/>
          </a:xfrm>
          <a:prstGeom prst="line">
            <a:avLst/>
          </a:prstGeom>
          <a:noFill/>
          <a:ln w="9525">
            <a:solidFill>
              <a:srgbClr val="DDE3EC"/>
            </a:solidFill>
            <a:prstDash val="solid"/>
          </a:ln>
        </p:spPr>
      </p:sp>
      <p:sp>
        <p:nvSpPr>
          <p:cNvPr id="18" name="t-16"/>
          <p:cNvSpPr txBox="1"/>
          <p:nvPr/>
        </p:nvSpPr>
        <p:spPr>
          <a:xfrm>
            <a:off x="548640" y="5148072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F7C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05</a:t>
            </a:r>
            <a:endParaRPr lang="en-US" sz="2400" dirty="0"/>
          </a:p>
        </p:txBody>
      </p:sp>
      <p:sp>
        <p:nvSpPr>
          <p:cNvPr id="19" name="t-17"/>
          <p:cNvSpPr txBox="1"/>
          <p:nvPr/>
        </p:nvSpPr>
        <p:spPr>
          <a:xfrm>
            <a:off x="1325880" y="5129784"/>
            <a:ext cx="4663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F1B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검사와 자동 고치기</a:t>
            </a:r>
            <a:endParaRPr lang="en-US" sz="1600" dirty="0"/>
          </a:p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검사 결과 읽기 · 골라서 고치기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548640" y="5879592"/>
            <a:ext cx="5394960" cy="0"/>
          </a:xfrm>
          <a:prstGeom prst="line">
            <a:avLst/>
          </a:prstGeom>
          <a:noFill/>
          <a:ln w="9525">
            <a:solidFill>
              <a:srgbClr val="DDE3EC"/>
            </a:solidFill>
            <a:prstDash val="solid"/>
          </a:ln>
        </p:spPr>
      </p:sp>
      <p:sp>
        <p:nvSpPr>
          <p:cNvPr id="21" name="t-18"/>
          <p:cNvSpPr txBox="1"/>
          <p:nvPr/>
        </p:nvSpPr>
        <p:spPr>
          <a:xfrm>
            <a:off x="6217920" y="1783080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F7C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06</a:t>
            </a:r>
            <a:endParaRPr lang="en-US" sz="2400" dirty="0"/>
          </a:p>
        </p:txBody>
      </p:sp>
      <p:sp>
        <p:nvSpPr>
          <p:cNvPr id="22" name="t-19"/>
          <p:cNvSpPr txBox="1"/>
          <p:nvPr/>
        </p:nvSpPr>
        <p:spPr>
          <a:xfrm>
            <a:off x="6995160" y="1764792"/>
            <a:ext cx="4663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F1B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내보내기</a:t>
            </a:r>
            <a:endParaRPr lang="en-US" sz="1600" dirty="0"/>
          </a:p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검증 결과서 · 문서용 자료 · AASX 내려받기</a:t>
            </a:r>
            <a:endParaRPr lang="en-US" sz="1600" dirty="0"/>
          </a:p>
        </p:txBody>
      </p:sp>
      <p:sp>
        <p:nvSpPr>
          <p:cNvPr id="23" name="Shape 21"/>
          <p:cNvSpPr/>
          <p:nvPr/>
        </p:nvSpPr>
        <p:spPr>
          <a:xfrm>
            <a:off x="6217920" y="2514600"/>
            <a:ext cx="5394960" cy="0"/>
          </a:xfrm>
          <a:prstGeom prst="line">
            <a:avLst/>
          </a:prstGeom>
          <a:noFill/>
          <a:ln w="9525">
            <a:solidFill>
              <a:srgbClr val="DDE3EC"/>
            </a:solidFill>
            <a:prstDash val="solid"/>
          </a:ln>
        </p:spPr>
      </p:sp>
      <p:sp>
        <p:nvSpPr>
          <p:cNvPr id="24" name="t-20"/>
          <p:cNvSpPr txBox="1"/>
          <p:nvPr/>
        </p:nvSpPr>
        <p:spPr>
          <a:xfrm>
            <a:off x="6217920" y="2624328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F7C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07</a:t>
            </a:r>
            <a:endParaRPr lang="en-US" sz="2400" dirty="0"/>
          </a:p>
        </p:txBody>
      </p:sp>
      <p:sp>
        <p:nvSpPr>
          <p:cNvPr id="25" name="t-21"/>
          <p:cNvSpPr txBox="1"/>
          <p:nvPr/>
        </p:nvSpPr>
        <p:spPr>
          <a:xfrm>
            <a:off x="6995160" y="2606040"/>
            <a:ext cx="4663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F1B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공정과 레퍼런스 번들</a:t>
            </a:r>
            <a:endParaRPr lang="en-US" sz="1600" dirty="0"/>
          </a:p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여러 설비를 공정으로 · ZIP 묶음</a:t>
            </a:r>
            <a:endParaRPr lang="en-US" sz="1600" dirty="0"/>
          </a:p>
        </p:txBody>
      </p:sp>
      <p:sp>
        <p:nvSpPr>
          <p:cNvPr id="26" name="Shape 24"/>
          <p:cNvSpPr/>
          <p:nvPr/>
        </p:nvSpPr>
        <p:spPr>
          <a:xfrm>
            <a:off x="6217920" y="3355848"/>
            <a:ext cx="5394960" cy="0"/>
          </a:xfrm>
          <a:prstGeom prst="line">
            <a:avLst/>
          </a:prstGeom>
          <a:noFill/>
          <a:ln w="9525">
            <a:solidFill>
              <a:srgbClr val="DDE3EC"/>
            </a:solidFill>
            <a:prstDash val="solid"/>
          </a:ln>
        </p:spPr>
      </p:sp>
      <p:sp>
        <p:nvSpPr>
          <p:cNvPr id="27" name="t-22"/>
          <p:cNvSpPr txBox="1"/>
          <p:nvPr/>
        </p:nvSpPr>
        <p:spPr>
          <a:xfrm>
            <a:off x="6217920" y="3465576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F7C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08</a:t>
            </a:r>
            <a:endParaRPr lang="en-US" sz="2400" dirty="0"/>
          </a:p>
        </p:txBody>
      </p:sp>
      <p:sp>
        <p:nvSpPr>
          <p:cNvPr id="28" name="t-23"/>
          <p:cNvSpPr txBox="1"/>
          <p:nvPr/>
        </p:nvSpPr>
        <p:spPr>
          <a:xfrm>
            <a:off x="6995160" y="3447288"/>
            <a:ext cx="4663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F1B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현장 값 수집과 제공</a:t>
            </a:r>
            <a:endParaRPr lang="en-US" sz="1600" dirty="0"/>
          </a:p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가상 PLC · OPC UA로 상위 시스템에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6217920" y="4197096"/>
            <a:ext cx="5394960" cy="0"/>
          </a:xfrm>
          <a:prstGeom prst="line">
            <a:avLst/>
          </a:prstGeom>
          <a:noFill/>
          <a:ln w="9525">
            <a:solidFill>
              <a:srgbClr val="DDE3EC"/>
            </a:solidFill>
            <a:prstDash val="solid"/>
          </a:ln>
        </p:spPr>
      </p:sp>
      <p:sp>
        <p:nvSpPr>
          <p:cNvPr id="30" name="t-24"/>
          <p:cNvSpPr txBox="1"/>
          <p:nvPr/>
        </p:nvSpPr>
        <p:spPr>
          <a:xfrm>
            <a:off x="6217920" y="4306824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F7C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09</a:t>
            </a:r>
            <a:endParaRPr lang="en-US" sz="2400" dirty="0"/>
          </a:p>
        </p:txBody>
      </p:sp>
      <p:sp>
        <p:nvSpPr>
          <p:cNvPr id="31" name="t-25"/>
          <p:cNvSpPr txBox="1"/>
          <p:nvPr/>
        </p:nvSpPr>
        <p:spPr>
          <a:xfrm>
            <a:off x="6995160" y="4288536"/>
            <a:ext cx="4663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F1B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 계정과 설정</a:t>
            </a:r>
            <a:endParaRPr lang="en-US" sz="1600" dirty="0"/>
          </a:p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비밀번호 · 언어 · 탈퇴 · 자주 묻는 질문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6217920" y="5038344"/>
            <a:ext cx="5394960" cy="0"/>
          </a:xfrm>
          <a:prstGeom prst="line">
            <a:avLst/>
          </a:prstGeom>
          <a:noFill/>
          <a:ln w="9525">
            <a:solidFill>
              <a:srgbClr val="DDE3EC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50">
                <a:solidFill>
                  <a:srgbClr val="8A94A6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r-26"/>
          <p:cNvSpPr/>
          <p:nvPr/>
        </p:nvSpPr>
        <p:spPr>
          <a:xfrm>
            <a:off x="548640" y="329184"/>
            <a:ext cx="384048" cy="54864"/>
          </a:xfrm>
          <a:prstGeom prst="rect">
            <a:avLst/>
          </a:prstGeom>
          <a:solidFill>
            <a:srgbClr val="2F7CF6"/>
          </a:solidFill>
          <a:ln w="12700">
            <a:solidFill>
              <a:srgbClr val="2F7CF6"/>
            </a:solidFill>
            <a:prstDash val="solid"/>
          </a:ln>
        </p:spPr>
      </p:sp>
      <p:sp>
        <p:nvSpPr>
          <p:cNvPr id="3" name="t-27"/>
          <p:cNvSpPr txBox="1"/>
          <p:nvPr/>
        </p:nvSpPr>
        <p:spPr>
          <a:xfrm>
            <a:off x="1024128" y="22860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F7C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소개</a:t>
            </a:r>
            <a:endParaRPr lang="en-US" sz="11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548640" y="566928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F1B2D"/>
                </a:solidFill>
              </a:rPr>
              <a:t>VEXPLOR AAS Studio는</a:t>
            </a:r>
            <a:endParaRPr lang="en-US" sz="2600" dirty="0"/>
          </a:p>
        </p:txBody>
      </p:sp>
      <p:sp>
        <p:nvSpPr>
          <p:cNvPr id="5" name="t-28"/>
          <p:cNvSpPr txBox="1"/>
          <p:nvPr/>
        </p:nvSpPr>
        <p:spPr>
          <a:xfrm>
            <a:off x="548640" y="1152144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따로 쓰던 세 가지 도구의 일을 웹 화면 하나에서 할 수 있습니다</a:t>
            </a:r>
            <a:endParaRPr lang="en-US" sz="1400" dirty="0"/>
          </a:p>
        </p:txBody>
      </p:sp>
      <p:sp>
        <p:nvSpPr>
          <p:cNvPr id="6" name="card-29"/>
          <p:cNvSpPr/>
          <p:nvPr/>
        </p:nvSpPr>
        <p:spPr>
          <a:xfrm>
            <a:off x="548640" y="1783080"/>
            <a:ext cx="3505200" cy="3291840"/>
          </a:xfrm>
          <a:prstGeom prst="rect">
            <a:avLst/>
          </a:prstGeom>
          <a:solidFill>
            <a:srgbClr val="FFFFFF"/>
          </a:solidFill>
          <a:ln w="9525">
            <a:solidFill>
              <a:srgbClr val="DDE3EC"/>
            </a:solidFill>
            <a:prstDash val="solid"/>
          </a:ln>
          <a:effectLst>
            <a:outerShdw sx="100000" sy="100000" kx="0" ky="0" algn="bl" rotWithShape="0" blurRad="101600" dist="25400" dir="5400000">
              <a:srgbClr val="0F1B2D">
                <a:alpha val="8000"/>
              </a:srgbClr>
            </a:outerShdw>
          </a:effectLst>
        </p:spPr>
      </p:sp>
      <p:sp>
        <p:nvSpPr>
          <p:cNvPr id="7" name="cardtop-30"/>
          <p:cNvSpPr/>
          <p:nvPr/>
        </p:nvSpPr>
        <p:spPr>
          <a:xfrm>
            <a:off x="548640" y="1783080"/>
            <a:ext cx="3505200" cy="73152"/>
          </a:xfrm>
          <a:prstGeom prst="rect">
            <a:avLst/>
          </a:prstGeom>
          <a:solidFill>
            <a:srgbClr val="2F7CF6"/>
          </a:solidFill>
          <a:ln w="12700">
            <a:solidFill>
              <a:srgbClr val="2F7CF6"/>
            </a:solidFill>
            <a:prstDash val="solid"/>
          </a:ln>
        </p:spPr>
      </p:sp>
      <p:sp>
        <p:nvSpPr>
          <p:cNvPr id="8" name="t-31"/>
          <p:cNvSpPr txBox="1"/>
          <p:nvPr/>
        </p:nvSpPr>
        <p:spPr>
          <a:xfrm>
            <a:off x="822960" y="2057400"/>
            <a:ext cx="2956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F7C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AASX 편집</a:t>
            </a:r>
            <a:endParaRPr lang="en-US" sz="1300" dirty="0"/>
          </a:p>
        </p:txBody>
      </p:sp>
      <p:sp>
        <p:nvSpPr>
          <p:cNvPr id="9" name="t-32"/>
          <p:cNvSpPr txBox="1"/>
          <p:nvPr/>
        </p:nvSpPr>
        <p:spPr>
          <a:xfrm>
            <a:off x="822960" y="2441448"/>
            <a:ext cx="2956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F1B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열고 · 고치고 · 내려받기</a:t>
            </a:r>
            <a:endParaRPr lang="en-US" sz="1900" dirty="0"/>
          </a:p>
        </p:txBody>
      </p:sp>
      <p:sp>
        <p:nvSpPr>
          <p:cNvPr id="10" name="t-33"/>
          <p:cNvSpPr txBox="1"/>
          <p:nvPr/>
        </p:nvSpPr>
        <p:spPr>
          <a:xfrm>
            <a:off x="822960" y="2971800"/>
            <a:ext cx="29565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5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설치 없이 브라우저에서 AASX 파일을 열어 고칩니다.</a:t>
            </a:r>
            <a:endParaRPr lang="en-US" sz="12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5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규칙에 어긋난 곳을 짚어 주고, 고칠 수 있는 것은 자동으로 고칩니다.</a:t>
            </a:r>
            <a:endParaRPr lang="en-US" sz="1250" dirty="0"/>
          </a:p>
        </p:txBody>
      </p:sp>
      <p:sp>
        <p:nvSpPr>
          <p:cNvPr id="11" name="card-34"/>
          <p:cNvSpPr/>
          <p:nvPr/>
        </p:nvSpPr>
        <p:spPr>
          <a:xfrm>
            <a:off x="4328160" y="1783080"/>
            <a:ext cx="3505200" cy="3291840"/>
          </a:xfrm>
          <a:prstGeom prst="rect">
            <a:avLst/>
          </a:prstGeom>
          <a:solidFill>
            <a:srgbClr val="FFFFFF"/>
          </a:solidFill>
          <a:ln w="9525">
            <a:solidFill>
              <a:srgbClr val="DDE3EC"/>
            </a:solidFill>
            <a:prstDash val="solid"/>
          </a:ln>
          <a:effectLst>
            <a:outerShdw sx="100000" sy="100000" kx="0" ky="0" algn="bl" rotWithShape="0" blurRad="101600" dist="25400" dir="5400000">
              <a:srgbClr val="0F1B2D">
                <a:alpha val="8000"/>
              </a:srgbClr>
            </a:outerShdw>
          </a:effectLst>
        </p:spPr>
      </p:sp>
      <p:sp>
        <p:nvSpPr>
          <p:cNvPr id="12" name="cardtop-35"/>
          <p:cNvSpPr/>
          <p:nvPr/>
        </p:nvSpPr>
        <p:spPr>
          <a:xfrm>
            <a:off x="4328160" y="1783080"/>
            <a:ext cx="3505200" cy="73152"/>
          </a:xfrm>
          <a:prstGeom prst="rect">
            <a:avLst/>
          </a:prstGeom>
          <a:solidFill>
            <a:srgbClr val="2F7CF6"/>
          </a:solidFill>
          <a:ln w="12700">
            <a:solidFill>
              <a:srgbClr val="2F7CF6"/>
            </a:solidFill>
            <a:prstDash val="solid"/>
          </a:ln>
        </p:spPr>
      </p:sp>
      <p:sp>
        <p:nvSpPr>
          <p:cNvPr id="13" name="t-36"/>
          <p:cNvSpPr txBox="1"/>
          <p:nvPr/>
        </p:nvSpPr>
        <p:spPr>
          <a:xfrm>
            <a:off x="4602480" y="2057400"/>
            <a:ext cx="2956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F7C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AAS 서버</a:t>
            </a:r>
            <a:endParaRPr lang="en-US" sz="1300" dirty="0"/>
          </a:p>
        </p:txBody>
      </p:sp>
      <p:sp>
        <p:nvSpPr>
          <p:cNvPr id="14" name="t-37"/>
          <p:cNvSpPr txBox="1"/>
          <p:nvPr/>
        </p:nvSpPr>
        <p:spPr>
          <a:xfrm>
            <a:off x="4602480" y="2441448"/>
            <a:ext cx="2956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F1B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표준 API로 제공</a:t>
            </a:r>
            <a:endParaRPr lang="en-US" sz="1900" dirty="0"/>
          </a:p>
        </p:txBody>
      </p:sp>
      <p:sp>
        <p:nvSpPr>
          <p:cNvPr id="15" name="t-38"/>
          <p:cNvSpPr txBox="1"/>
          <p:nvPr/>
        </p:nvSpPr>
        <p:spPr>
          <a:xfrm>
            <a:off x="4602480" y="2971800"/>
            <a:ext cx="29565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5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작성한 AAS를 표준 API(IDTA Part 2)로 다른 시스템에 제공합니다.</a:t>
            </a:r>
            <a:endParaRPr lang="en-US" sz="12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5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따로 서버를 세울 필요가 없습니다.</a:t>
            </a:r>
            <a:endParaRPr lang="en-US" sz="1250" dirty="0"/>
          </a:p>
        </p:txBody>
      </p:sp>
      <p:sp>
        <p:nvSpPr>
          <p:cNvPr id="16" name="card-39"/>
          <p:cNvSpPr/>
          <p:nvPr/>
        </p:nvSpPr>
        <p:spPr>
          <a:xfrm>
            <a:off x="8107680" y="1783080"/>
            <a:ext cx="3505200" cy="3291840"/>
          </a:xfrm>
          <a:prstGeom prst="rect">
            <a:avLst/>
          </a:prstGeom>
          <a:solidFill>
            <a:srgbClr val="FFFFFF"/>
          </a:solidFill>
          <a:ln w="9525">
            <a:solidFill>
              <a:srgbClr val="DDE3EC"/>
            </a:solidFill>
            <a:prstDash val="solid"/>
          </a:ln>
          <a:effectLst>
            <a:outerShdw sx="100000" sy="100000" kx="0" ky="0" algn="bl" rotWithShape="0" blurRad="101600" dist="25400" dir="5400000">
              <a:srgbClr val="0F1B2D">
                <a:alpha val="8000"/>
              </a:srgbClr>
            </a:outerShdw>
          </a:effectLst>
        </p:spPr>
      </p:sp>
      <p:sp>
        <p:nvSpPr>
          <p:cNvPr id="17" name="cardtop-40"/>
          <p:cNvSpPr/>
          <p:nvPr/>
        </p:nvSpPr>
        <p:spPr>
          <a:xfrm>
            <a:off x="8107680" y="1783080"/>
            <a:ext cx="3505200" cy="73152"/>
          </a:xfrm>
          <a:prstGeom prst="rect">
            <a:avLst/>
          </a:prstGeom>
          <a:solidFill>
            <a:srgbClr val="2F7CF6"/>
          </a:solidFill>
          <a:ln w="12700">
            <a:solidFill>
              <a:srgbClr val="2F7CF6"/>
            </a:solidFill>
            <a:prstDash val="solid"/>
          </a:ln>
        </p:spPr>
      </p:sp>
      <p:sp>
        <p:nvSpPr>
          <p:cNvPr id="18" name="t-41"/>
          <p:cNvSpPr txBox="1"/>
          <p:nvPr/>
        </p:nvSpPr>
        <p:spPr>
          <a:xfrm>
            <a:off x="8382000" y="2057400"/>
            <a:ext cx="2956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F7C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OPC UA</a:t>
            </a:r>
            <a:endParaRPr lang="en-US" sz="1300" dirty="0"/>
          </a:p>
        </p:txBody>
      </p:sp>
      <p:sp>
        <p:nvSpPr>
          <p:cNvPr id="19" name="t-42"/>
          <p:cNvSpPr txBox="1"/>
          <p:nvPr/>
        </p:nvSpPr>
        <p:spPr>
          <a:xfrm>
            <a:off x="8382000" y="2441448"/>
            <a:ext cx="2956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F1B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현장 값 수집 · 제공</a:t>
            </a:r>
            <a:endParaRPr lang="en-US" sz="1900" dirty="0"/>
          </a:p>
        </p:txBody>
      </p:sp>
      <p:sp>
        <p:nvSpPr>
          <p:cNvPr id="20" name="t-43"/>
          <p:cNvSpPr txBox="1"/>
          <p:nvPr/>
        </p:nvSpPr>
        <p:spPr>
          <a:xfrm>
            <a:off x="8382000" y="2971800"/>
            <a:ext cx="29565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5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설비(PLC)에서 값을 모으고, 상위 시스템(MES · SCADA)이 구독으로 받아 가게 합니다.</a:t>
            </a:r>
            <a:endParaRPr lang="en-US" sz="1250" dirty="0"/>
          </a:p>
        </p:txBody>
      </p:sp>
      <p:sp>
        <p:nvSpPr>
          <p:cNvPr id="21" name="note-44"/>
          <p:cNvSpPr/>
          <p:nvPr/>
        </p:nvSpPr>
        <p:spPr>
          <a:xfrm>
            <a:off x="548640" y="5349240"/>
            <a:ext cx="11064240" cy="548640"/>
          </a:xfrm>
          <a:prstGeom prst="rect">
            <a:avLst/>
          </a:prstGeom>
          <a:solidFill>
            <a:srgbClr val="EEF4FF"/>
          </a:solidFill>
          <a:ln w="12700">
            <a:solidFill>
              <a:srgbClr val="EEF4FF"/>
            </a:solidFill>
            <a:prstDash val="solid"/>
          </a:ln>
        </p:spPr>
      </p:sp>
      <p:sp>
        <p:nvSpPr>
          <p:cNvPr id="22" name="notebar-45"/>
          <p:cNvSpPr/>
          <p:nvPr/>
        </p:nvSpPr>
        <p:spPr>
          <a:xfrm>
            <a:off x="548640" y="5349240"/>
            <a:ext cx="64008" cy="548640"/>
          </a:xfrm>
          <a:prstGeom prst="rect">
            <a:avLst/>
          </a:prstGeom>
          <a:solidFill>
            <a:srgbClr val="2F7CF6"/>
          </a:solidFill>
          <a:ln w="12700">
            <a:solidFill>
              <a:srgbClr val="2F7CF6"/>
            </a:solidFill>
            <a:prstDash val="solid"/>
          </a:ln>
        </p:spPr>
      </p:sp>
      <p:sp>
        <p:nvSpPr>
          <p:cNvPr id="23" name="t-46"/>
          <p:cNvSpPr txBox="1"/>
          <p:nvPr/>
        </p:nvSpPr>
        <p:spPr>
          <a:xfrm>
            <a:off x="777240" y="5349240"/>
            <a:ext cx="10698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F7C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대상  </a:t>
            </a:r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번에 「설비 한 대의 AAS 한 벌」을 다룹니다. 여러 설비는 공정 파일로 묶습니다(7장).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50">
                <a:solidFill>
                  <a:srgbClr val="8A94A6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r-47"/>
          <p:cNvSpPr/>
          <p:nvPr/>
        </p:nvSpPr>
        <p:spPr>
          <a:xfrm>
            <a:off x="548640" y="329184"/>
            <a:ext cx="384048" cy="54864"/>
          </a:xfrm>
          <a:prstGeom prst="rect">
            <a:avLst/>
          </a:prstGeom>
          <a:solidFill>
            <a:srgbClr val="2F7CF6"/>
          </a:solidFill>
          <a:ln w="12700">
            <a:solidFill>
              <a:srgbClr val="2F7CF6"/>
            </a:solidFill>
            <a:prstDash val="solid"/>
          </a:ln>
        </p:spPr>
      </p:sp>
      <p:sp>
        <p:nvSpPr>
          <p:cNvPr id="3" name="t-48"/>
          <p:cNvSpPr txBox="1"/>
          <p:nvPr/>
        </p:nvSpPr>
        <p:spPr>
          <a:xfrm>
            <a:off x="1024128" y="22860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F7C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소개</a:t>
            </a:r>
            <a:endParaRPr lang="en-US" sz="11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548640" y="566928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F1B2D"/>
                </a:solidFill>
              </a:rPr>
              <a:t>한눈에 보는 작업 순서</a:t>
            </a:r>
            <a:endParaRPr lang="en-US" sz="2600" dirty="0"/>
          </a:p>
        </p:txBody>
      </p:sp>
      <p:sp>
        <p:nvSpPr>
          <p:cNvPr id="5" name="t-49"/>
          <p:cNvSpPr txBox="1"/>
          <p:nvPr/>
        </p:nvSpPr>
        <p:spPr>
          <a:xfrm>
            <a:off x="548640" y="1152144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대부분의 작업은 아래 다섯 단계로 끝납니다</a:t>
            </a:r>
            <a:endParaRPr lang="en-US" sz="1400" dirty="0"/>
          </a:p>
        </p:txBody>
      </p:sp>
      <p:sp>
        <p:nvSpPr>
          <p:cNvPr id="6" name="flow-50"/>
          <p:cNvSpPr/>
          <p:nvPr/>
        </p:nvSpPr>
        <p:spPr>
          <a:xfrm>
            <a:off x="548640" y="1920240"/>
            <a:ext cx="2322576" cy="960120"/>
          </a:xfrm>
          <a:prstGeom prst="homePlate">
            <a:avLst/>
          </a:prstGeom>
          <a:solidFill>
            <a:srgbClr val="2F7CF6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t-51"/>
          <p:cNvSpPr txBox="1"/>
          <p:nvPr/>
        </p:nvSpPr>
        <p:spPr>
          <a:xfrm>
            <a:off x="685800" y="1920240"/>
            <a:ext cx="180136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2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들어가기</a:t>
            </a:r>
            <a:endParaRPr lang="en-US" sz="1200" dirty="0"/>
          </a:p>
        </p:txBody>
      </p:sp>
      <p:sp>
        <p:nvSpPr>
          <p:cNvPr id="8" name="t-52"/>
          <p:cNvSpPr txBox="1"/>
          <p:nvPr/>
        </p:nvSpPr>
        <p:spPr>
          <a:xfrm>
            <a:off x="594360" y="3017520"/>
            <a:ext cx="212140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데모 계정 또는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회원 로그인</a:t>
            </a:r>
            <a:endParaRPr lang="en-US" sz="1150" dirty="0"/>
          </a:p>
        </p:txBody>
      </p:sp>
      <p:sp>
        <p:nvSpPr>
          <p:cNvPr id="9" name="flow-53"/>
          <p:cNvSpPr/>
          <p:nvPr/>
        </p:nvSpPr>
        <p:spPr>
          <a:xfrm>
            <a:off x="2761488" y="1920240"/>
            <a:ext cx="2322576" cy="960120"/>
          </a:xfrm>
          <a:prstGeom prst="chevron">
            <a:avLst/>
          </a:prstGeom>
          <a:solidFill>
            <a:srgbClr val="9CC2FF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0" name="t-54"/>
          <p:cNvSpPr txBox="1"/>
          <p:nvPr/>
        </p:nvSpPr>
        <p:spPr>
          <a:xfrm>
            <a:off x="3108960" y="1920240"/>
            <a:ext cx="180136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F1B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2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0F1B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열기</a:t>
            </a:r>
            <a:endParaRPr lang="en-US" sz="1200" dirty="0"/>
          </a:p>
        </p:txBody>
      </p:sp>
      <p:sp>
        <p:nvSpPr>
          <p:cNvPr id="11" name="t-55"/>
          <p:cNvSpPr txBox="1"/>
          <p:nvPr/>
        </p:nvSpPr>
        <p:spPr>
          <a:xfrm>
            <a:off x="2807208" y="3017520"/>
            <a:ext cx="212140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견본 · 내 AASX ·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번들 · 새로 만들기</a:t>
            </a:r>
            <a:endParaRPr lang="en-US" sz="1150" dirty="0"/>
          </a:p>
        </p:txBody>
      </p:sp>
      <p:sp>
        <p:nvSpPr>
          <p:cNvPr id="12" name="flow-56"/>
          <p:cNvSpPr/>
          <p:nvPr/>
        </p:nvSpPr>
        <p:spPr>
          <a:xfrm>
            <a:off x="4974336" y="1920240"/>
            <a:ext cx="2322576" cy="960120"/>
          </a:xfrm>
          <a:prstGeom prst="chevron">
            <a:avLst/>
          </a:prstGeom>
          <a:solidFill>
            <a:srgbClr val="2F7CF6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3" name="t-57"/>
          <p:cNvSpPr txBox="1"/>
          <p:nvPr/>
        </p:nvSpPr>
        <p:spPr>
          <a:xfrm>
            <a:off x="5321808" y="1920240"/>
            <a:ext cx="180136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2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고치기</a:t>
            </a:r>
            <a:endParaRPr lang="en-US" sz="1200" dirty="0"/>
          </a:p>
        </p:txBody>
      </p:sp>
      <p:sp>
        <p:nvSpPr>
          <p:cNvPr id="14" name="t-58"/>
          <p:cNvSpPr txBox="1"/>
          <p:nvPr/>
        </p:nvSpPr>
        <p:spPr>
          <a:xfrm>
            <a:off x="5020056" y="3017520"/>
            <a:ext cx="212140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트리에서 골라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값 · 이름 · 서브모델</a:t>
            </a:r>
            <a:endParaRPr lang="en-US" sz="1150" dirty="0"/>
          </a:p>
        </p:txBody>
      </p:sp>
      <p:sp>
        <p:nvSpPr>
          <p:cNvPr id="15" name="flow-59"/>
          <p:cNvSpPr/>
          <p:nvPr/>
        </p:nvSpPr>
        <p:spPr>
          <a:xfrm>
            <a:off x="7187184" y="1920240"/>
            <a:ext cx="2322576" cy="960120"/>
          </a:xfrm>
          <a:prstGeom prst="chevron">
            <a:avLst/>
          </a:prstGeom>
          <a:solidFill>
            <a:srgbClr val="9CC2FF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6" name="t-60"/>
          <p:cNvSpPr txBox="1"/>
          <p:nvPr/>
        </p:nvSpPr>
        <p:spPr>
          <a:xfrm>
            <a:off x="7534656" y="1920240"/>
            <a:ext cx="180136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F1B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12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0F1B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검사</a:t>
            </a:r>
            <a:endParaRPr lang="en-US" sz="1200" dirty="0"/>
          </a:p>
        </p:txBody>
      </p:sp>
      <p:sp>
        <p:nvSpPr>
          <p:cNvPr id="17" name="t-61"/>
          <p:cNvSpPr txBox="1"/>
          <p:nvPr/>
        </p:nvSpPr>
        <p:spPr>
          <a:xfrm>
            <a:off x="7232904" y="3017520"/>
            <a:ext cx="212140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검사 결과 확인 →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자동 고치기</a:t>
            </a:r>
            <a:endParaRPr lang="en-US" sz="1150" dirty="0"/>
          </a:p>
        </p:txBody>
      </p:sp>
      <p:sp>
        <p:nvSpPr>
          <p:cNvPr id="18" name="flow-62"/>
          <p:cNvSpPr/>
          <p:nvPr/>
        </p:nvSpPr>
        <p:spPr>
          <a:xfrm>
            <a:off x="9400032" y="1920240"/>
            <a:ext cx="2322576" cy="960120"/>
          </a:xfrm>
          <a:prstGeom prst="chevron">
            <a:avLst/>
          </a:prstGeom>
          <a:solidFill>
            <a:srgbClr val="2F7CF6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9" name="t-63"/>
          <p:cNvSpPr txBox="1"/>
          <p:nvPr/>
        </p:nvSpPr>
        <p:spPr>
          <a:xfrm>
            <a:off x="9747504" y="1920240"/>
            <a:ext cx="180136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en-US" sz="12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내보내기</a:t>
            </a:r>
            <a:endParaRPr lang="en-US" sz="1200" dirty="0"/>
          </a:p>
        </p:txBody>
      </p:sp>
      <p:sp>
        <p:nvSpPr>
          <p:cNvPr id="20" name="t-64"/>
          <p:cNvSpPr txBox="1"/>
          <p:nvPr/>
        </p:nvSpPr>
        <p:spPr>
          <a:xfrm>
            <a:off x="9445752" y="3017520"/>
            <a:ext cx="212140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AASX · 결과서 ·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문서 자료 · 번들</a:t>
            </a:r>
            <a:endParaRPr lang="en-US" sz="1150" dirty="0"/>
          </a:p>
        </p:txBody>
      </p:sp>
      <p:sp>
        <p:nvSpPr>
          <p:cNvPr id="21" name="note-65"/>
          <p:cNvSpPr/>
          <p:nvPr/>
        </p:nvSpPr>
        <p:spPr>
          <a:xfrm>
            <a:off x="548640" y="4343400"/>
            <a:ext cx="11064240" cy="640080"/>
          </a:xfrm>
          <a:prstGeom prst="rect">
            <a:avLst/>
          </a:prstGeom>
          <a:solidFill>
            <a:srgbClr val="FFF7E6"/>
          </a:solidFill>
          <a:ln w="12700">
            <a:solidFill>
              <a:srgbClr val="FFF7E6"/>
            </a:solidFill>
            <a:prstDash val="solid"/>
          </a:ln>
        </p:spPr>
      </p:sp>
      <p:sp>
        <p:nvSpPr>
          <p:cNvPr id="22" name="notebar-66"/>
          <p:cNvSpPr/>
          <p:nvPr/>
        </p:nvSpPr>
        <p:spPr>
          <a:xfrm>
            <a:off x="548640" y="4343400"/>
            <a:ext cx="64008" cy="64008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23" name="t-67"/>
          <p:cNvSpPr txBox="1"/>
          <p:nvPr/>
        </p:nvSpPr>
        <p:spPr>
          <a:xfrm>
            <a:off x="777240" y="4343400"/>
            <a:ext cx="1069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D9770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알아 두기  </a:t>
            </a:r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도구는 KOSMO 규칙을 따라 검사합니다. 공식 판정은 KOSMO Validator가 하며, 이 도구의 검사는 미리 걸러 주는 사전 점검입니다.</a:t>
            </a:r>
            <a:endParaRPr lang="en-US" sz="1250" dirty="0"/>
          </a:p>
        </p:txBody>
      </p:sp>
      <p:sp>
        <p:nvSpPr>
          <p:cNvPr id="24" name="note-68"/>
          <p:cNvSpPr/>
          <p:nvPr/>
        </p:nvSpPr>
        <p:spPr>
          <a:xfrm>
            <a:off x="548640" y="5166360"/>
            <a:ext cx="11064240" cy="548640"/>
          </a:xfrm>
          <a:prstGeom prst="rect">
            <a:avLst/>
          </a:prstGeom>
          <a:solidFill>
            <a:srgbClr val="EEF4FF"/>
          </a:solidFill>
          <a:ln w="12700">
            <a:solidFill>
              <a:srgbClr val="EEF4FF"/>
            </a:solidFill>
            <a:prstDash val="solid"/>
          </a:ln>
        </p:spPr>
      </p:sp>
      <p:sp>
        <p:nvSpPr>
          <p:cNvPr id="25" name="notebar-69"/>
          <p:cNvSpPr/>
          <p:nvPr/>
        </p:nvSpPr>
        <p:spPr>
          <a:xfrm>
            <a:off x="548640" y="5166360"/>
            <a:ext cx="64008" cy="548640"/>
          </a:xfrm>
          <a:prstGeom prst="rect">
            <a:avLst/>
          </a:prstGeom>
          <a:solidFill>
            <a:srgbClr val="2F7CF6"/>
          </a:solidFill>
          <a:ln w="12700">
            <a:solidFill>
              <a:srgbClr val="2F7CF6"/>
            </a:solidFill>
            <a:prstDash val="solid"/>
          </a:ln>
        </p:spPr>
      </p:sp>
      <p:sp>
        <p:nvSpPr>
          <p:cNvPr id="26" name="t-70"/>
          <p:cNvSpPr txBox="1"/>
          <p:nvPr/>
        </p:nvSpPr>
        <p:spPr>
          <a:xfrm>
            <a:off x="777240" y="5166360"/>
            <a:ext cx="10698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F7C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읽는 법  </a:t>
            </a:r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 그림의 주황 번호와 오른쪽 설명의 번호가 같은 곳을 가리킵니다.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50">
                <a:solidFill>
                  <a:srgbClr val="8A94A6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-71"/>
          <p:cNvSpPr txBox="1"/>
          <p:nvPr/>
        </p:nvSpPr>
        <p:spPr>
          <a:xfrm>
            <a:off x="731520" y="2148840"/>
            <a:ext cx="14630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2F7C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</a:t>
            </a:r>
            <a:endParaRPr lang="en-US" sz="6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2286000" y="2331720"/>
            <a:ext cx="8961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</a:rPr>
              <a:t>시작하기</a:t>
            </a:r>
            <a:endParaRPr lang="en-US" sz="3800" dirty="0"/>
          </a:p>
        </p:txBody>
      </p:sp>
      <p:sp>
        <p:nvSpPr>
          <p:cNvPr id="4" name="t-72"/>
          <p:cNvSpPr txBox="1"/>
          <p:nvPr/>
        </p:nvSpPr>
        <p:spPr>
          <a:xfrm>
            <a:off x="2286000" y="3246120"/>
            <a:ext cx="8961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9CC2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로그인 · 회원가입 · 데모 계정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2286000" y="3977640"/>
            <a:ext cx="8961120" cy="0"/>
          </a:xfrm>
          <a:prstGeom prst="line">
            <a:avLst/>
          </a:prstGeom>
          <a:noFill/>
          <a:ln w="12700">
            <a:solidFill>
              <a:srgbClr val="2B3A52"/>
            </a:solidFill>
            <a:prstDash val="solid"/>
          </a:ln>
        </p:spPr>
      </p:sp>
      <p:sp>
        <p:nvSpPr>
          <p:cNvPr id="6" name="t-73"/>
          <p:cNvSpPr txBox="1"/>
          <p:nvPr/>
        </p:nvSpPr>
        <p:spPr>
          <a:xfrm>
            <a:off x="2286000" y="4160520"/>
            <a:ext cx="8961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400" dirty="0">
                <a:solidFill>
                  <a:srgbClr val="C9D4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회원은 로그인, 처음이면 회원가입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400" dirty="0">
                <a:solidFill>
                  <a:srgbClr val="C9D4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가입 없이 데모 계정으로 먼저 둘러볼 수 있습니다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400" dirty="0">
                <a:solidFill>
                  <a:srgbClr val="C9D4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데모 계정은 파일 내려받기와 견본 열기가 막혀 있습니다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CC2FF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r-74"/>
          <p:cNvSpPr/>
          <p:nvPr/>
        </p:nvSpPr>
        <p:spPr>
          <a:xfrm>
            <a:off x="548640" y="329184"/>
            <a:ext cx="384048" cy="54864"/>
          </a:xfrm>
          <a:prstGeom prst="rect">
            <a:avLst/>
          </a:prstGeom>
          <a:solidFill>
            <a:srgbClr val="2F7CF6"/>
          </a:solidFill>
          <a:ln w="12700">
            <a:solidFill>
              <a:srgbClr val="2F7CF6"/>
            </a:solidFill>
            <a:prstDash val="solid"/>
          </a:ln>
        </p:spPr>
      </p:sp>
      <p:sp>
        <p:nvSpPr>
          <p:cNvPr id="3" name="t-75"/>
          <p:cNvSpPr txBox="1"/>
          <p:nvPr/>
        </p:nvSpPr>
        <p:spPr>
          <a:xfrm>
            <a:off x="1024128" y="22860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F7C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시작하기</a:t>
            </a:r>
            <a:endParaRPr lang="en-US" sz="11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548640" y="566928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F1B2D"/>
                </a:solidFill>
              </a:rPr>
              <a:t>로그인 화면</a:t>
            </a:r>
            <a:endParaRPr lang="en-US" sz="2600" dirty="0"/>
          </a:p>
        </p:txBody>
      </p:sp>
      <p:sp>
        <p:nvSpPr>
          <p:cNvPr id="5" name="t-76"/>
          <p:cNvSpPr txBox="1"/>
          <p:nvPr/>
        </p:nvSpPr>
        <p:spPr>
          <a:xfrm>
            <a:off x="548640" y="1152144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접속하면 가장 먼저 보이는 화면입니다</a:t>
            </a:r>
            <a:endParaRPr lang="en-US" sz="1400" dirty="0"/>
          </a:p>
        </p:txBody>
      </p:sp>
      <p:sp>
        <p:nvSpPr>
          <p:cNvPr id="6" name="frame-77"/>
          <p:cNvSpPr/>
          <p:nvPr/>
        </p:nvSpPr>
        <p:spPr>
          <a:xfrm>
            <a:off x="1276269" y="1645920"/>
            <a:ext cx="2750982" cy="4617720"/>
          </a:xfrm>
          <a:prstGeom prst="rect">
            <a:avLst/>
          </a:prstGeom>
          <a:solidFill>
            <a:srgbClr val="0F1B2D"/>
          </a:solidFill>
          <a:ln w="9525">
            <a:solidFill>
              <a:srgbClr val="C9D2DE"/>
            </a:solidFill>
            <a:prstDash val="solid"/>
          </a:ln>
          <a:effectLst>
            <a:outerShdw sx="100000" sy="100000" kx="0" ky="0" algn="bl" rotWithShape="0" blurRad="127000" dist="38100" dir="5400000">
              <a:srgbClr val="0F1B2D">
                <a:alpha val="18000"/>
              </a:srgbClr>
            </a:outerShdw>
          </a:effectLst>
        </p:spPr>
      </p:sp>
      <p:pic>
        <p:nvPicPr>
          <p:cNvPr id="7" name="screen-78" descr="화면: b-logi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76269" y="1645920"/>
            <a:ext cx="2750982" cy="4617720"/>
          </a:xfrm>
          <a:prstGeom prst="rect">
            <a:avLst/>
          </a:prstGeom>
        </p:spPr>
      </p:pic>
      <p:sp>
        <p:nvSpPr>
          <p:cNvPr id="8" name="mark-79"/>
          <p:cNvSpPr/>
          <p:nvPr/>
        </p:nvSpPr>
        <p:spPr>
          <a:xfrm>
            <a:off x="1391639" y="2492020"/>
            <a:ext cx="2520242" cy="1801794"/>
          </a:xfrm>
          <a:prstGeom prst="roundRect">
            <a:avLst>
              <a:gd name="adj" fmla="val 2030"/>
            </a:avLst>
          </a:prstGeom>
          <a:ln w="28575">
            <a:solidFill>
              <a:srgbClr val="F59E0B"/>
            </a:solidFill>
            <a:prstDash val="solid"/>
          </a:ln>
        </p:spPr>
      </p:sp>
      <p:sp>
        <p:nvSpPr>
          <p:cNvPr id="9" name="markdot-80"/>
          <p:cNvSpPr/>
          <p:nvPr/>
        </p:nvSpPr>
        <p:spPr>
          <a:xfrm>
            <a:off x="1245335" y="2345716"/>
            <a:ext cx="292608" cy="292608"/>
          </a:xfrm>
          <a:prstGeom prst="ellipse">
            <a:avLst/>
          </a:prstGeom>
          <a:solidFill>
            <a:srgbClr val="F59E0B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10" name="t-81"/>
          <p:cNvSpPr txBox="1"/>
          <p:nvPr/>
        </p:nvSpPr>
        <p:spPr>
          <a:xfrm>
            <a:off x="1245335" y="234571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100" dirty="0"/>
          </a:p>
        </p:txBody>
      </p:sp>
      <p:sp>
        <p:nvSpPr>
          <p:cNvPr id="11" name="mark-82"/>
          <p:cNvSpPr/>
          <p:nvPr/>
        </p:nvSpPr>
        <p:spPr>
          <a:xfrm>
            <a:off x="2097806" y="3941198"/>
            <a:ext cx="1107907" cy="248226"/>
          </a:xfrm>
          <a:prstGeom prst="roundRect">
            <a:avLst>
              <a:gd name="adj" fmla="val 14735"/>
            </a:avLst>
          </a:prstGeom>
          <a:ln w="28575">
            <a:solidFill>
              <a:srgbClr val="F59E0B"/>
            </a:solidFill>
            <a:prstDash val="solid"/>
          </a:ln>
        </p:spPr>
      </p:sp>
      <p:sp>
        <p:nvSpPr>
          <p:cNvPr id="12" name="markdot-83"/>
          <p:cNvSpPr/>
          <p:nvPr/>
        </p:nvSpPr>
        <p:spPr>
          <a:xfrm>
            <a:off x="1951502" y="3794894"/>
            <a:ext cx="292608" cy="292608"/>
          </a:xfrm>
          <a:prstGeom prst="ellipse">
            <a:avLst/>
          </a:prstGeom>
          <a:solidFill>
            <a:srgbClr val="F59E0B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13" name="t-84"/>
          <p:cNvSpPr txBox="1"/>
          <p:nvPr/>
        </p:nvSpPr>
        <p:spPr>
          <a:xfrm>
            <a:off x="1951502" y="379489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100" dirty="0"/>
          </a:p>
        </p:txBody>
      </p:sp>
      <p:sp>
        <p:nvSpPr>
          <p:cNvPr id="14" name="mark-85"/>
          <p:cNvSpPr/>
          <p:nvPr/>
        </p:nvSpPr>
        <p:spPr>
          <a:xfrm>
            <a:off x="1391639" y="4561397"/>
            <a:ext cx="2520242" cy="1593014"/>
          </a:xfrm>
          <a:prstGeom prst="roundRect">
            <a:avLst>
              <a:gd name="adj" fmla="val 2296"/>
            </a:avLst>
          </a:prstGeom>
          <a:ln w="28575">
            <a:solidFill>
              <a:srgbClr val="F59E0B"/>
            </a:solidFill>
            <a:prstDash val="solid"/>
          </a:ln>
        </p:spPr>
      </p:sp>
      <p:sp>
        <p:nvSpPr>
          <p:cNvPr id="15" name="markdot-86"/>
          <p:cNvSpPr/>
          <p:nvPr/>
        </p:nvSpPr>
        <p:spPr>
          <a:xfrm>
            <a:off x="1245335" y="4415093"/>
            <a:ext cx="292608" cy="292608"/>
          </a:xfrm>
          <a:prstGeom prst="ellipse">
            <a:avLst/>
          </a:prstGeom>
          <a:solidFill>
            <a:srgbClr val="F59E0B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16" name="t-87"/>
          <p:cNvSpPr txBox="1"/>
          <p:nvPr/>
        </p:nvSpPr>
        <p:spPr>
          <a:xfrm>
            <a:off x="1245335" y="4415093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100" dirty="0"/>
          </a:p>
        </p:txBody>
      </p:sp>
      <p:sp>
        <p:nvSpPr>
          <p:cNvPr id="17" name="step-88"/>
          <p:cNvSpPr/>
          <p:nvPr/>
        </p:nvSpPr>
        <p:spPr>
          <a:xfrm>
            <a:off x="5257800" y="1783080"/>
            <a:ext cx="329184" cy="329184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8" name="t-89"/>
          <p:cNvSpPr txBox="1"/>
          <p:nvPr/>
        </p:nvSpPr>
        <p:spPr>
          <a:xfrm>
            <a:off x="5257800" y="178308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200" dirty="0"/>
          </a:p>
        </p:txBody>
      </p:sp>
      <p:sp>
        <p:nvSpPr>
          <p:cNvPr id="19" name="t-90"/>
          <p:cNvSpPr txBox="1"/>
          <p:nvPr/>
        </p:nvSpPr>
        <p:spPr>
          <a:xfrm>
            <a:off x="5733288" y="1737360"/>
            <a:ext cx="592531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0F1B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회원 로그인</a:t>
            </a:r>
            <a:endParaRPr lang="en-US" sz="16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35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로그인 이름과 비밀번호를 입력하고 「로그인」을 누르세요.</a:t>
            </a:r>
            <a:endParaRPr lang="en-US" sz="1600" dirty="0"/>
          </a:p>
        </p:txBody>
      </p:sp>
      <p:sp>
        <p:nvSpPr>
          <p:cNvPr id="20" name="step-91"/>
          <p:cNvSpPr/>
          <p:nvPr/>
        </p:nvSpPr>
        <p:spPr>
          <a:xfrm>
            <a:off x="5257800" y="2971800"/>
            <a:ext cx="329184" cy="329184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1" name="t-92"/>
          <p:cNvSpPr txBox="1"/>
          <p:nvPr/>
        </p:nvSpPr>
        <p:spPr>
          <a:xfrm>
            <a:off x="5257800" y="29718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200" dirty="0"/>
          </a:p>
        </p:txBody>
      </p:sp>
      <p:sp>
        <p:nvSpPr>
          <p:cNvPr id="22" name="t-93"/>
          <p:cNvSpPr txBox="1"/>
          <p:nvPr/>
        </p:nvSpPr>
        <p:spPr>
          <a:xfrm>
            <a:off x="5733288" y="2926080"/>
            <a:ext cx="592531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0F1B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처음이신가요? 회원가입</a:t>
            </a:r>
            <a:endParaRPr lang="en-US" sz="16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35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가입하면 작업한 파일을 내려받을 수 있고, 올린 파일이 보관됩니다.</a:t>
            </a:r>
            <a:endParaRPr lang="en-US" sz="1600" dirty="0"/>
          </a:p>
        </p:txBody>
      </p:sp>
      <p:sp>
        <p:nvSpPr>
          <p:cNvPr id="23" name="step-94"/>
          <p:cNvSpPr/>
          <p:nvPr/>
        </p:nvSpPr>
        <p:spPr>
          <a:xfrm>
            <a:off x="5257800" y="4160520"/>
            <a:ext cx="329184" cy="329184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4" name="t-95"/>
          <p:cNvSpPr txBox="1"/>
          <p:nvPr/>
        </p:nvSpPr>
        <p:spPr>
          <a:xfrm>
            <a:off x="5257800" y="41605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200" dirty="0"/>
          </a:p>
        </p:txBody>
      </p:sp>
      <p:sp>
        <p:nvSpPr>
          <p:cNvPr id="25" name="t-96"/>
          <p:cNvSpPr txBox="1"/>
          <p:nvPr/>
        </p:nvSpPr>
        <p:spPr>
          <a:xfrm>
            <a:off x="5733288" y="4114800"/>
            <a:ext cx="592531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0F1B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데모 계정으로 들어가기</a:t>
            </a:r>
            <a:endParaRPr lang="en-US" sz="16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35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가입 없이 바로 둘러볼 수 있는 공용 계정입니다(demo / 0629).</a:t>
            </a:r>
            <a:endParaRPr lang="en-US" sz="1600" dirty="0"/>
          </a:p>
        </p:txBody>
      </p:sp>
      <p:sp>
        <p:nvSpPr>
          <p:cNvPr id="26" name="note-97"/>
          <p:cNvSpPr/>
          <p:nvPr/>
        </p:nvSpPr>
        <p:spPr>
          <a:xfrm>
            <a:off x="5257800" y="5486400"/>
            <a:ext cx="6400800" cy="594360"/>
          </a:xfrm>
          <a:prstGeom prst="rect">
            <a:avLst/>
          </a:prstGeom>
          <a:solidFill>
            <a:srgbClr val="FFF7E6"/>
          </a:solidFill>
          <a:ln w="12700">
            <a:solidFill>
              <a:srgbClr val="FFF7E6"/>
            </a:solidFill>
            <a:prstDash val="solid"/>
          </a:ln>
        </p:spPr>
      </p:sp>
      <p:sp>
        <p:nvSpPr>
          <p:cNvPr id="27" name="notebar-98"/>
          <p:cNvSpPr/>
          <p:nvPr/>
        </p:nvSpPr>
        <p:spPr>
          <a:xfrm>
            <a:off x="5257800" y="5486400"/>
            <a:ext cx="64008" cy="59436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28" name="t-99"/>
          <p:cNvSpPr txBox="1"/>
          <p:nvPr/>
        </p:nvSpPr>
        <p:spPr>
          <a:xfrm>
            <a:off x="5486400" y="5486400"/>
            <a:ext cx="6035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D9770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보안  </a:t>
            </a:r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비밀번호를 5번 틀리면 5분 동안 그 계정으로 로그인할 수 없습니다.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50">
                <a:solidFill>
                  <a:srgbClr val="8A94A6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r-100"/>
          <p:cNvSpPr/>
          <p:nvPr/>
        </p:nvSpPr>
        <p:spPr>
          <a:xfrm>
            <a:off x="548640" y="329184"/>
            <a:ext cx="384048" cy="54864"/>
          </a:xfrm>
          <a:prstGeom prst="rect">
            <a:avLst/>
          </a:prstGeom>
          <a:solidFill>
            <a:srgbClr val="2F7CF6"/>
          </a:solidFill>
          <a:ln w="12700">
            <a:solidFill>
              <a:srgbClr val="2F7CF6"/>
            </a:solidFill>
            <a:prstDash val="solid"/>
          </a:ln>
        </p:spPr>
      </p:sp>
      <p:sp>
        <p:nvSpPr>
          <p:cNvPr id="3" name="t-101"/>
          <p:cNvSpPr txBox="1"/>
          <p:nvPr/>
        </p:nvSpPr>
        <p:spPr>
          <a:xfrm>
            <a:off x="1024128" y="22860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F7C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시작하기</a:t>
            </a:r>
            <a:endParaRPr lang="en-US" sz="11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548640" y="566928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F1B2D"/>
                </a:solidFill>
              </a:rPr>
              <a:t>회원가입</a:t>
            </a:r>
            <a:endParaRPr lang="en-US" sz="2600" dirty="0"/>
          </a:p>
        </p:txBody>
      </p:sp>
      <p:sp>
        <p:nvSpPr>
          <p:cNvPr id="5" name="t-102"/>
          <p:cNvSpPr txBox="1"/>
          <p:nvPr/>
        </p:nvSpPr>
        <p:spPr>
          <a:xfrm>
            <a:off x="548640" y="1152144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1분이면 끝납니다. 확인 메일은 보내지 않습니다</a:t>
            </a:r>
            <a:endParaRPr lang="en-US" sz="1400" dirty="0"/>
          </a:p>
        </p:txBody>
      </p:sp>
      <p:sp>
        <p:nvSpPr>
          <p:cNvPr id="6" name="frame-103"/>
          <p:cNvSpPr/>
          <p:nvPr/>
        </p:nvSpPr>
        <p:spPr>
          <a:xfrm>
            <a:off x="1360892" y="1600200"/>
            <a:ext cx="1941655" cy="4663440"/>
          </a:xfrm>
          <a:prstGeom prst="rect">
            <a:avLst/>
          </a:prstGeom>
          <a:solidFill>
            <a:srgbClr val="0F1B2D"/>
          </a:solidFill>
          <a:ln w="9525">
            <a:solidFill>
              <a:srgbClr val="C9D2DE"/>
            </a:solidFill>
            <a:prstDash val="solid"/>
          </a:ln>
          <a:effectLst>
            <a:outerShdw sx="100000" sy="100000" kx="0" ky="0" algn="bl" rotWithShape="0" blurRad="127000" dist="38100" dir="5400000">
              <a:srgbClr val="0F1B2D">
                <a:alpha val="18000"/>
              </a:srgbClr>
            </a:outerShdw>
          </a:effectLst>
        </p:spPr>
      </p:sp>
      <p:pic>
        <p:nvPicPr>
          <p:cNvPr id="7" name="screen-104" descr="화면: b-signup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60892" y="1600200"/>
            <a:ext cx="1941655" cy="4663440"/>
          </a:xfrm>
          <a:prstGeom prst="rect">
            <a:avLst/>
          </a:prstGeom>
        </p:spPr>
      </p:pic>
      <p:sp>
        <p:nvSpPr>
          <p:cNvPr id="8" name="mark-105"/>
          <p:cNvSpPr/>
          <p:nvPr/>
        </p:nvSpPr>
        <p:spPr>
          <a:xfrm>
            <a:off x="1523921" y="2495683"/>
            <a:ext cx="1615599" cy="237370"/>
          </a:xfrm>
          <a:prstGeom prst="roundRect">
            <a:avLst>
              <a:gd name="adj" fmla="val 15409"/>
            </a:avLst>
          </a:prstGeom>
          <a:ln w="28575">
            <a:solidFill>
              <a:srgbClr val="F59E0B"/>
            </a:solidFill>
            <a:prstDash val="solid"/>
          </a:ln>
        </p:spPr>
      </p:sp>
      <p:sp>
        <p:nvSpPr>
          <p:cNvPr id="9" name="markdot-106"/>
          <p:cNvSpPr/>
          <p:nvPr/>
        </p:nvSpPr>
        <p:spPr>
          <a:xfrm>
            <a:off x="1377617" y="2349379"/>
            <a:ext cx="292608" cy="292608"/>
          </a:xfrm>
          <a:prstGeom prst="ellipse">
            <a:avLst/>
          </a:prstGeom>
          <a:solidFill>
            <a:srgbClr val="F59E0B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10" name="t-107"/>
          <p:cNvSpPr txBox="1"/>
          <p:nvPr/>
        </p:nvSpPr>
        <p:spPr>
          <a:xfrm>
            <a:off x="1377617" y="2349379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100" dirty="0"/>
          </a:p>
        </p:txBody>
      </p:sp>
      <p:sp>
        <p:nvSpPr>
          <p:cNvPr id="11" name="mark-108"/>
          <p:cNvSpPr/>
          <p:nvPr/>
        </p:nvSpPr>
        <p:spPr>
          <a:xfrm>
            <a:off x="1523921" y="3899916"/>
            <a:ext cx="1615599" cy="237370"/>
          </a:xfrm>
          <a:prstGeom prst="roundRect">
            <a:avLst>
              <a:gd name="adj" fmla="val 15409"/>
            </a:avLst>
          </a:prstGeom>
          <a:ln w="28575">
            <a:solidFill>
              <a:srgbClr val="F59E0B"/>
            </a:solidFill>
            <a:prstDash val="solid"/>
          </a:ln>
        </p:spPr>
      </p:sp>
      <p:sp>
        <p:nvSpPr>
          <p:cNvPr id="12" name="markdot-109"/>
          <p:cNvSpPr/>
          <p:nvPr/>
        </p:nvSpPr>
        <p:spPr>
          <a:xfrm>
            <a:off x="1377617" y="3753612"/>
            <a:ext cx="292608" cy="292608"/>
          </a:xfrm>
          <a:prstGeom prst="ellipse">
            <a:avLst/>
          </a:prstGeom>
          <a:solidFill>
            <a:srgbClr val="F59E0B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13" name="t-110"/>
          <p:cNvSpPr txBox="1"/>
          <p:nvPr/>
        </p:nvSpPr>
        <p:spPr>
          <a:xfrm>
            <a:off x="1377617" y="375361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100" dirty="0"/>
          </a:p>
        </p:txBody>
      </p:sp>
      <p:sp>
        <p:nvSpPr>
          <p:cNvPr id="14" name="mark-111"/>
          <p:cNvSpPr/>
          <p:nvPr/>
        </p:nvSpPr>
        <p:spPr>
          <a:xfrm>
            <a:off x="1523921" y="4597698"/>
            <a:ext cx="1615599" cy="1065174"/>
          </a:xfrm>
          <a:prstGeom prst="roundRect">
            <a:avLst>
              <a:gd name="adj" fmla="val 3434"/>
            </a:avLst>
          </a:prstGeom>
          <a:ln w="28575">
            <a:solidFill>
              <a:srgbClr val="F59E0B"/>
            </a:solidFill>
            <a:prstDash val="solid"/>
          </a:ln>
        </p:spPr>
      </p:sp>
      <p:sp>
        <p:nvSpPr>
          <p:cNvPr id="15" name="markdot-112"/>
          <p:cNvSpPr/>
          <p:nvPr/>
        </p:nvSpPr>
        <p:spPr>
          <a:xfrm>
            <a:off x="1377617" y="4451394"/>
            <a:ext cx="292608" cy="292608"/>
          </a:xfrm>
          <a:prstGeom prst="ellipse">
            <a:avLst/>
          </a:prstGeom>
          <a:solidFill>
            <a:srgbClr val="F59E0B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16" name="t-113"/>
          <p:cNvSpPr txBox="1"/>
          <p:nvPr/>
        </p:nvSpPr>
        <p:spPr>
          <a:xfrm>
            <a:off x="1377617" y="445139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100" dirty="0"/>
          </a:p>
        </p:txBody>
      </p:sp>
      <p:sp>
        <p:nvSpPr>
          <p:cNvPr id="17" name="mark-114"/>
          <p:cNvSpPr/>
          <p:nvPr/>
        </p:nvSpPr>
        <p:spPr>
          <a:xfrm>
            <a:off x="1523921" y="5676877"/>
            <a:ext cx="1615599" cy="237370"/>
          </a:xfrm>
          <a:prstGeom prst="roundRect">
            <a:avLst>
              <a:gd name="adj" fmla="val 15409"/>
            </a:avLst>
          </a:prstGeom>
          <a:ln w="28575">
            <a:solidFill>
              <a:srgbClr val="F59E0B"/>
            </a:solidFill>
            <a:prstDash val="solid"/>
          </a:ln>
        </p:spPr>
      </p:sp>
      <p:sp>
        <p:nvSpPr>
          <p:cNvPr id="18" name="markdot-115"/>
          <p:cNvSpPr/>
          <p:nvPr/>
        </p:nvSpPr>
        <p:spPr>
          <a:xfrm>
            <a:off x="1377617" y="5530573"/>
            <a:ext cx="292608" cy="292608"/>
          </a:xfrm>
          <a:prstGeom prst="ellipse">
            <a:avLst/>
          </a:prstGeom>
          <a:solidFill>
            <a:srgbClr val="F59E0B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19" name="t-116"/>
          <p:cNvSpPr txBox="1"/>
          <p:nvPr/>
        </p:nvSpPr>
        <p:spPr>
          <a:xfrm>
            <a:off x="1377617" y="5530573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1100" dirty="0"/>
          </a:p>
        </p:txBody>
      </p:sp>
      <p:sp>
        <p:nvSpPr>
          <p:cNvPr id="20" name="step-117"/>
          <p:cNvSpPr/>
          <p:nvPr/>
        </p:nvSpPr>
        <p:spPr>
          <a:xfrm>
            <a:off x="4572000" y="1783080"/>
            <a:ext cx="329184" cy="329184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1" name="t-118"/>
          <p:cNvSpPr txBox="1"/>
          <p:nvPr/>
        </p:nvSpPr>
        <p:spPr>
          <a:xfrm>
            <a:off x="4572000" y="178308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200" dirty="0"/>
          </a:p>
        </p:txBody>
      </p:sp>
      <p:sp>
        <p:nvSpPr>
          <p:cNvPr id="22" name="t-119"/>
          <p:cNvSpPr txBox="1"/>
          <p:nvPr/>
        </p:nvSpPr>
        <p:spPr>
          <a:xfrm>
            <a:off x="5047488" y="1737360"/>
            <a:ext cx="656539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0F1B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로그인 이름 · 이름 · 이메일</a:t>
            </a:r>
            <a:endParaRPr lang="en-US" sz="15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5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빨간 * 표시가 있는 칸은 꼭 적습니다. 회사명은 비워도 됩니다. 로그인 이름은 영문으로 시작합니다.</a:t>
            </a:r>
            <a:endParaRPr lang="en-US" sz="1500" dirty="0"/>
          </a:p>
        </p:txBody>
      </p:sp>
      <p:sp>
        <p:nvSpPr>
          <p:cNvPr id="23" name="step-120"/>
          <p:cNvSpPr/>
          <p:nvPr/>
        </p:nvSpPr>
        <p:spPr>
          <a:xfrm>
            <a:off x="4572000" y="2880360"/>
            <a:ext cx="329184" cy="329184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4" name="t-121"/>
          <p:cNvSpPr txBox="1"/>
          <p:nvPr/>
        </p:nvSpPr>
        <p:spPr>
          <a:xfrm>
            <a:off x="4572000" y="288036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200" dirty="0"/>
          </a:p>
        </p:txBody>
      </p:sp>
      <p:sp>
        <p:nvSpPr>
          <p:cNvPr id="25" name="t-122"/>
          <p:cNvSpPr txBox="1"/>
          <p:nvPr/>
        </p:nvSpPr>
        <p:spPr>
          <a:xfrm>
            <a:off x="5047488" y="2834640"/>
            <a:ext cx="656539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0F1B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비밀번호 두 번</a:t>
            </a:r>
            <a:endParaRPr lang="en-US" sz="15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5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10자 이상. 비밀번호는 암호화해 저장하므로 운영자도 볼 수 없습니다.</a:t>
            </a:r>
            <a:endParaRPr lang="en-US" sz="1500" dirty="0"/>
          </a:p>
        </p:txBody>
      </p:sp>
      <p:sp>
        <p:nvSpPr>
          <p:cNvPr id="26" name="step-123"/>
          <p:cNvSpPr/>
          <p:nvPr/>
        </p:nvSpPr>
        <p:spPr>
          <a:xfrm>
            <a:off x="4572000" y="3977640"/>
            <a:ext cx="329184" cy="329184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7" name="t-124"/>
          <p:cNvSpPr txBox="1"/>
          <p:nvPr/>
        </p:nvSpPr>
        <p:spPr>
          <a:xfrm>
            <a:off x="4572000" y="397764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200" dirty="0"/>
          </a:p>
        </p:txBody>
      </p:sp>
      <p:sp>
        <p:nvSpPr>
          <p:cNvPr id="28" name="t-125"/>
          <p:cNvSpPr txBox="1"/>
          <p:nvPr/>
        </p:nvSpPr>
        <p:spPr>
          <a:xfrm>
            <a:off x="5047488" y="3931920"/>
            <a:ext cx="656539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0F1B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개인정보 수집 · 이용 동의</a:t>
            </a:r>
            <a:endParaRPr lang="en-US" sz="15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5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무엇을 · 왜 · 언제까지 받는지 확인하고 체크합니다. 링크에서 처리방침 전문을 볼 수 있습니다.</a:t>
            </a:r>
            <a:endParaRPr lang="en-US" sz="1500" dirty="0"/>
          </a:p>
        </p:txBody>
      </p:sp>
      <p:sp>
        <p:nvSpPr>
          <p:cNvPr id="29" name="step-126"/>
          <p:cNvSpPr/>
          <p:nvPr/>
        </p:nvSpPr>
        <p:spPr>
          <a:xfrm>
            <a:off x="4572000" y="5074920"/>
            <a:ext cx="329184" cy="329184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30" name="t-127"/>
          <p:cNvSpPr txBox="1"/>
          <p:nvPr/>
        </p:nvSpPr>
        <p:spPr>
          <a:xfrm>
            <a:off x="4572000" y="50749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1200" dirty="0"/>
          </a:p>
        </p:txBody>
      </p:sp>
      <p:sp>
        <p:nvSpPr>
          <p:cNvPr id="31" name="t-128"/>
          <p:cNvSpPr txBox="1"/>
          <p:nvPr/>
        </p:nvSpPr>
        <p:spPr>
          <a:xfrm>
            <a:off x="5047488" y="5029200"/>
            <a:ext cx="656539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0F1B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「가입하고 시작하기」</a:t>
            </a:r>
            <a:endParaRPr lang="en-US" sz="15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5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가입과 동시에 로그인됩니다.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50">
                <a:solidFill>
                  <a:srgbClr val="8A94A6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r-129"/>
          <p:cNvSpPr/>
          <p:nvPr/>
        </p:nvSpPr>
        <p:spPr>
          <a:xfrm>
            <a:off x="548640" y="329184"/>
            <a:ext cx="384048" cy="54864"/>
          </a:xfrm>
          <a:prstGeom prst="rect">
            <a:avLst/>
          </a:prstGeom>
          <a:solidFill>
            <a:srgbClr val="2F7CF6"/>
          </a:solidFill>
          <a:ln w="12700">
            <a:solidFill>
              <a:srgbClr val="2F7CF6"/>
            </a:solidFill>
            <a:prstDash val="solid"/>
          </a:ln>
        </p:spPr>
      </p:sp>
      <p:sp>
        <p:nvSpPr>
          <p:cNvPr id="3" name="t-130"/>
          <p:cNvSpPr txBox="1"/>
          <p:nvPr/>
        </p:nvSpPr>
        <p:spPr>
          <a:xfrm>
            <a:off x="1024128" y="22860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F7C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시작하기</a:t>
            </a:r>
            <a:endParaRPr lang="en-US" sz="11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548640" y="566928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F1B2D"/>
                </a:solidFill>
              </a:rPr>
              <a:t>데모 계정으로 둘러보기</a:t>
            </a:r>
            <a:endParaRPr lang="en-US" sz="2600" dirty="0"/>
          </a:p>
        </p:txBody>
      </p:sp>
      <p:sp>
        <p:nvSpPr>
          <p:cNvPr id="5" name="t-131"/>
          <p:cNvSpPr txBox="1"/>
          <p:nvPr/>
        </p:nvSpPr>
        <p:spPr>
          <a:xfrm>
            <a:off x="548640" y="1152144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가입 전에 기능을 먼저 써 볼 수 있습니다</a:t>
            </a:r>
            <a:endParaRPr lang="en-US" sz="1400" dirty="0"/>
          </a:p>
        </p:txBody>
      </p:sp>
      <p:sp>
        <p:nvSpPr>
          <p:cNvPr id="6" name="frame-132"/>
          <p:cNvSpPr/>
          <p:nvPr/>
        </p:nvSpPr>
        <p:spPr>
          <a:xfrm>
            <a:off x="1285240" y="1645920"/>
            <a:ext cx="5201920" cy="2926080"/>
          </a:xfrm>
          <a:prstGeom prst="rect">
            <a:avLst/>
          </a:prstGeom>
          <a:solidFill>
            <a:srgbClr val="0F1B2D"/>
          </a:solidFill>
          <a:ln w="9525">
            <a:solidFill>
              <a:srgbClr val="C9D2DE"/>
            </a:solidFill>
            <a:prstDash val="solid"/>
          </a:ln>
          <a:effectLst>
            <a:outerShdw sx="100000" sy="100000" kx="0" ky="0" algn="bl" rotWithShape="0" blurRad="127000" dist="38100" dir="5400000">
              <a:srgbClr val="0F1B2D">
                <a:alpha val="18000"/>
              </a:srgbClr>
            </a:outerShdw>
          </a:effectLst>
        </p:spPr>
      </p:sp>
      <p:pic>
        <p:nvPicPr>
          <p:cNvPr id="7" name="screen-133" descr="화면: b-demo-fi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85240" y="1645920"/>
            <a:ext cx="5201920" cy="2926080"/>
          </a:xfrm>
          <a:prstGeom prst="rect">
            <a:avLst/>
          </a:prstGeom>
        </p:spPr>
      </p:pic>
      <p:sp>
        <p:nvSpPr>
          <p:cNvPr id="8" name="mark-134"/>
          <p:cNvSpPr/>
          <p:nvPr/>
        </p:nvSpPr>
        <p:spPr>
          <a:xfrm>
            <a:off x="1303528" y="1900022"/>
            <a:ext cx="5165344" cy="203810"/>
          </a:xfrm>
          <a:prstGeom prst="roundRect">
            <a:avLst>
              <a:gd name="adj" fmla="val 17946"/>
            </a:avLst>
          </a:prstGeom>
          <a:ln w="28575">
            <a:solidFill>
              <a:srgbClr val="F59E0B"/>
            </a:solidFill>
            <a:prstDash val="solid"/>
          </a:ln>
        </p:spPr>
      </p:sp>
      <p:sp>
        <p:nvSpPr>
          <p:cNvPr id="9" name="markdot-135"/>
          <p:cNvSpPr/>
          <p:nvPr/>
        </p:nvSpPr>
        <p:spPr>
          <a:xfrm>
            <a:off x="1157224" y="1753718"/>
            <a:ext cx="292608" cy="292608"/>
          </a:xfrm>
          <a:prstGeom prst="ellipse">
            <a:avLst/>
          </a:prstGeom>
          <a:solidFill>
            <a:srgbClr val="F59E0B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10" name="t-136"/>
          <p:cNvSpPr txBox="1"/>
          <p:nvPr/>
        </p:nvSpPr>
        <p:spPr>
          <a:xfrm>
            <a:off x="1157224" y="175371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100" dirty="0"/>
          </a:p>
        </p:txBody>
      </p:sp>
      <p:sp>
        <p:nvSpPr>
          <p:cNvPr id="11" name="mark-137"/>
          <p:cNvSpPr/>
          <p:nvPr/>
        </p:nvSpPr>
        <p:spPr>
          <a:xfrm>
            <a:off x="5964225" y="1769974"/>
            <a:ext cx="504647" cy="168046"/>
          </a:xfrm>
          <a:prstGeom prst="roundRect">
            <a:avLst>
              <a:gd name="adj" fmla="val 21765"/>
            </a:avLst>
          </a:prstGeom>
          <a:ln w="28575">
            <a:solidFill>
              <a:srgbClr val="F59E0B"/>
            </a:solidFill>
            <a:prstDash val="solid"/>
          </a:ln>
        </p:spPr>
      </p:sp>
      <p:sp>
        <p:nvSpPr>
          <p:cNvPr id="12" name="markdot-138"/>
          <p:cNvSpPr/>
          <p:nvPr/>
        </p:nvSpPr>
        <p:spPr>
          <a:xfrm>
            <a:off x="5817921" y="1623670"/>
            <a:ext cx="292608" cy="292608"/>
          </a:xfrm>
          <a:prstGeom prst="ellipse">
            <a:avLst/>
          </a:prstGeom>
          <a:solidFill>
            <a:srgbClr val="F59E0B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13" name="t-139"/>
          <p:cNvSpPr txBox="1"/>
          <p:nvPr/>
        </p:nvSpPr>
        <p:spPr>
          <a:xfrm>
            <a:off x="5817921" y="162367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100" dirty="0"/>
          </a:p>
        </p:txBody>
      </p:sp>
      <p:sp>
        <p:nvSpPr>
          <p:cNvPr id="14" name="step-140"/>
          <p:cNvSpPr/>
          <p:nvPr/>
        </p:nvSpPr>
        <p:spPr>
          <a:xfrm>
            <a:off x="7589520" y="1783080"/>
            <a:ext cx="329184" cy="329184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5" name="t-141"/>
          <p:cNvSpPr txBox="1"/>
          <p:nvPr/>
        </p:nvSpPr>
        <p:spPr>
          <a:xfrm>
            <a:off x="7589520" y="178308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200" dirty="0"/>
          </a:p>
        </p:txBody>
      </p:sp>
      <p:sp>
        <p:nvSpPr>
          <p:cNvPr id="16" name="t-142"/>
          <p:cNvSpPr txBox="1"/>
          <p:nvPr/>
        </p:nvSpPr>
        <p:spPr>
          <a:xfrm>
            <a:off x="8065008" y="1737360"/>
            <a:ext cx="354787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0F1B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노란 띠 — 체험판 안내</a:t>
            </a:r>
            <a:endParaRPr lang="en-US" sz="15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5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체험판은 일정 시간 후 초기화 됩니다.</a:t>
            </a:r>
            <a:endParaRPr lang="en-US" sz="1500" dirty="0"/>
          </a:p>
        </p:txBody>
      </p:sp>
      <p:sp>
        <p:nvSpPr>
          <p:cNvPr id="17" name="step-143"/>
          <p:cNvSpPr/>
          <p:nvPr/>
        </p:nvSpPr>
        <p:spPr>
          <a:xfrm>
            <a:off x="7589520" y="3017520"/>
            <a:ext cx="329184" cy="329184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8" name="t-144"/>
          <p:cNvSpPr txBox="1"/>
          <p:nvPr/>
        </p:nvSpPr>
        <p:spPr>
          <a:xfrm>
            <a:off x="7589520" y="30175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200" dirty="0"/>
          </a:p>
        </p:txBody>
      </p:sp>
      <p:sp>
        <p:nvSpPr>
          <p:cNvPr id="19" name="t-145"/>
          <p:cNvSpPr txBox="1"/>
          <p:nvPr/>
        </p:nvSpPr>
        <p:spPr>
          <a:xfrm>
            <a:off x="8065008" y="2971800"/>
            <a:ext cx="354787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0F1B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🔒 AASX 내려받기</a:t>
            </a:r>
            <a:endParaRPr lang="en-US" sz="15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5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누르면 회원가입 화면으로 이동합니다.</a:t>
            </a:r>
            <a:endParaRPr lang="en-US" sz="1500" dirty="0"/>
          </a:p>
        </p:txBody>
      </p:sp>
      <p:graphicFrame>
        <p:nvGraphicFramePr>
          <p:cNvPr id="9" name="table-14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4754880"/>
          <a:ext cx="11064240" cy="914400"/>
        </p:xfrm>
        <a:graphic>
          <a:graphicData uri="http://schemas.openxmlformats.org/drawingml/2006/table">
            <a:tbl>
              <a:tblPr/>
              <a:tblGrid>
                <a:gridCol w="4572000"/>
                <a:gridCol w="3657600"/>
                <a:gridCol w="28346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기능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14300" marR="114300" marT="63500" marB="63500" anchor="ctr">
                    <a:lnL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B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데모 계정 (demo / 0629)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14300" marR="114300" marT="63500" marB="63500" anchor="ctr">
                    <a:lnL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B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가입한 회원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14300" marR="114300" marT="63500" marB="63500" anchor="ctr">
                    <a:lnL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B2D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열기 · 고치기 · 검사 · 자동 고치기 · 결과서 보기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14300" marR="114300" marT="63500" marB="63500" anchor="ctr">
                    <a:lnL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✅ 사용 가능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14300" marR="114300" marT="63500" marB="63500" anchor="ctr">
                    <a:lnL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✅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14300" marR="114300" marT="63500" marB="63500" anchor="ctr">
                    <a:lnL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견본 열기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14300" marR="114300" marT="63500" marB="63500" anchor="ctr">
                    <a:lnL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🔒 회원가입 후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14300" marR="114300" marT="63500" marB="63500" anchor="ctr">
                    <a:lnL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✅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14300" marR="114300" marT="63500" marB="63500" anchor="ctr">
                    <a:lnL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AASX · 번들 · 첨부 파일 내려받기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14300" marR="114300" marT="63500" marB="63500" anchor="ctr">
                    <a:lnL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🔒 회원가입 후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14300" marR="114300" marT="63500" marB="63500" anchor="ctr">
                    <a:lnL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✅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14300" marR="114300" marT="63500" marB="63500" anchor="ctr">
                    <a:lnL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내 계정 설정 · 탈퇴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14300" marR="114300" marT="63500" marB="63500" anchor="ctr">
                    <a:lnL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— (여럿이 함께 쓰는 계정)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14300" marR="114300" marT="63500" marB="63500" anchor="ctr">
                    <a:lnL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✅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14300" marR="114300" marT="63500" marB="63500" anchor="ctr">
                    <a:lnL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50">
                <a:solidFill>
                  <a:srgbClr val="8A94A6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-147"/>
          <p:cNvSpPr txBox="1"/>
          <p:nvPr/>
        </p:nvSpPr>
        <p:spPr>
          <a:xfrm>
            <a:off x="731520" y="2148840"/>
            <a:ext cx="14630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2F7C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</a:t>
            </a:r>
            <a:endParaRPr lang="en-US" sz="6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2286000" y="2331720"/>
            <a:ext cx="8961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</a:rPr>
              <a:t>화면 둘러보기</a:t>
            </a:r>
            <a:endParaRPr lang="en-US" sz="3800" dirty="0"/>
          </a:p>
        </p:txBody>
      </p:sp>
      <p:sp>
        <p:nvSpPr>
          <p:cNvPr id="4" name="t-148"/>
          <p:cNvSpPr txBox="1"/>
          <p:nvPr/>
        </p:nvSpPr>
        <p:spPr>
          <a:xfrm>
            <a:off x="2286000" y="3246120"/>
            <a:ext cx="8961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9CC2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 칸 구성 · 머리줄 · 메뉴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2286000" y="3977640"/>
            <a:ext cx="8961120" cy="0"/>
          </a:xfrm>
          <a:prstGeom prst="line">
            <a:avLst/>
          </a:prstGeom>
          <a:noFill/>
          <a:ln w="12700">
            <a:solidFill>
              <a:srgbClr val="2B3A52"/>
            </a:solidFill>
            <a:prstDash val="solid"/>
          </a:ln>
        </p:spPr>
      </p:sp>
      <p:sp>
        <p:nvSpPr>
          <p:cNvPr id="6" name="t-149"/>
          <p:cNvSpPr txBox="1"/>
          <p:nvPr/>
        </p:nvSpPr>
        <p:spPr>
          <a:xfrm>
            <a:off x="2286000" y="4160520"/>
            <a:ext cx="8961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400" dirty="0">
                <a:solidFill>
                  <a:srgbClr val="C9D4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화면은 머리줄과 세 칸으로 나뉩니다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400" dirty="0">
                <a:solidFill>
                  <a:srgbClr val="C9D4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자주 쓰는 기능은 모두 머리줄에 있습니다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CC2FF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r-150"/>
          <p:cNvSpPr/>
          <p:nvPr/>
        </p:nvSpPr>
        <p:spPr>
          <a:xfrm>
            <a:off x="548640" y="329184"/>
            <a:ext cx="384048" cy="54864"/>
          </a:xfrm>
          <a:prstGeom prst="rect">
            <a:avLst/>
          </a:prstGeom>
          <a:solidFill>
            <a:srgbClr val="2F7CF6"/>
          </a:solidFill>
          <a:ln w="12700">
            <a:solidFill>
              <a:srgbClr val="2F7CF6"/>
            </a:solidFill>
            <a:prstDash val="solid"/>
          </a:ln>
        </p:spPr>
      </p:sp>
      <p:sp>
        <p:nvSpPr>
          <p:cNvPr id="3" name="t-151"/>
          <p:cNvSpPr txBox="1"/>
          <p:nvPr/>
        </p:nvSpPr>
        <p:spPr>
          <a:xfrm>
            <a:off x="1024128" y="22860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F7C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 둘러보기</a:t>
            </a:r>
            <a:endParaRPr lang="en-US" sz="11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548640" y="566928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F1B2D"/>
                </a:solidFill>
              </a:rPr>
              <a:t>화면 구성</a:t>
            </a:r>
            <a:endParaRPr lang="en-US" sz="2600" dirty="0"/>
          </a:p>
        </p:txBody>
      </p:sp>
      <p:sp>
        <p:nvSpPr>
          <p:cNvPr id="5" name="t-152"/>
          <p:cNvSpPr txBox="1"/>
          <p:nvPr/>
        </p:nvSpPr>
        <p:spPr>
          <a:xfrm>
            <a:off x="548640" y="1152144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머리줄 아래에 트리 · 내용 · 수집 세 칸이 있습니다</a:t>
            </a:r>
            <a:endParaRPr lang="en-US" sz="1400" dirty="0"/>
          </a:p>
        </p:txBody>
      </p:sp>
      <p:sp>
        <p:nvSpPr>
          <p:cNvPr id="6" name="frame-153"/>
          <p:cNvSpPr/>
          <p:nvPr/>
        </p:nvSpPr>
        <p:spPr>
          <a:xfrm>
            <a:off x="548640" y="1771650"/>
            <a:ext cx="7680960" cy="4320540"/>
          </a:xfrm>
          <a:prstGeom prst="rect">
            <a:avLst/>
          </a:prstGeom>
          <a:solidFill>
            <a:srgbClr val="0F1B2D"/>
          </a:solidFill>
          <a:ln w="9525">
            <a:solidFill>
              <a:srgbClr val="C9D2DE"/>
            </a:solidFill>
            <a:prstDash val="solid"/>
          </a:ln>
          <a:effectLst>
            <a:outerShdw sx="100000" sy="100000" kx="0" ky="0" algn="bl" rotWithShape="0" blurRad="127000" dist="38100" dir="5400000">
              <a:srgbClr val="0F1B2D">
                <a:alpha val="18000"/>
              </a:srgbClr>
            </a:outerShdw>
          </a:effectLst>
        </p:spPr>
      </p:sp>
      <p:pic>
        <p:nvPicPr>
          <p:cNvPr id="7" name="screen-154" descr="화면: a-layout2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771650"/>
            <a:ext cx="7680960" cy="4320540"/>
          </a:xfrm>
          <a:prstGeom prst="rect">
            <a:avLst/>
          </a:prstGeom>
        </p:spPr>
      </p:pic>
      <p:sp>
        <p:nvSpPr>
          <p:cNvPr id="8" name="mark-155"/>
          <p:cNvSpPr/>
          <p:nvPr/>
        </p:nvSpPr>
        <p:spPr>
          <a:xfrm>
            <a:off x="566928" y="1789938"/>
            <a:ext cx="7644384" cy="436169"/>
          </a:xfrm>
          <a:prstGeom prst="roundRect">
            <a:avLst>
              <a:gd name="adj" fmla="val 8386"/>
            </a:avLst>
          </a:prstGeom>
          <a:ln w="28575">
            <a:solidFill>
              <a:srgbClr val="F59E0B"/>
            </a:solidFill>
            <a:prstDash val="solid"/>
          </a:ln>
        </p:spPr>
      </p:sp>
      <p:sp>
        <p:nvSpPr>
          <p:cNvPr id="9" name="markdot-156"/>
          <p:cNvSpPr/>
          <p:nvPr/>
        </p:nvSpPr>
        <p:spPr>
          <a:xfrm>
            <a:off x="420624" y="1643634"/>
            <a:ext cx="292608" cy="292608"/>
          </a:xfrm>
          <a:prstGeom prst="ellipse">
            <a:avLst/>
          </a:prstGeom>
          <a:solidFill>
            <a:srgbClr val="F59E0B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10" name="t-157"/>
          <p:cNvSpPr txBox="1"/>
          <p:nvPr/>
        </p:nvSpPr>
        <p:spPr>
          <a:xfrm>
            <a:off x="420624" y="164363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100" dirty="0"/>
          </a:p>
        </p:txBody>
      </p:sp>
      <p:sp>
        <p:nvSpPr>
          <p:cNvPr id="11" name="mark-158"/>
          <p:cNvSpPr/>
          <p:nvPr/>
        </p:nvSpPr>
        <p:spPr>
          <a:xfrm>
            <a:off x="566928" y="2162099"/>
            <a:ext cx="1741932" cy="3911803"/>
          </a:xfrm>
          <a:prstGeom prst="roundRect">
            <a:avLst>
              <a:gd name="adj" fmla="val 2100"/>
            </a:avLst>
          </a:prstGeom>
          <a:ln w="28575">
            <a:solidFill>
              <a:srgbClr val="F59E0B"/>
            </a:solidFill>
            <a:prstDash val="solid"/>
          </a:ln>
        </p:spPr>
      </p:sp>
      <p:sp>
        <p:nvSpPr>
          <p:cNvPr id="12" name="markdot-159"/>
          <p:cNvSpPr/>
          <p:nvPr/>
        </p:nvSpPr>
        <p:spPr>
          <a:xfrm>
            <a:off x="420624" y="2015795"/>
            <a:ext cx="292608" cy="292608"/>
          </a:xfrm>
          <a:prstGeom prst="ellipse">
            <a:avLst/>
          </a:prstGeom>
          <a:solidFill>
            <a:srgbClr val="F59E0B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13" name="t-160"/>
          <p:cNvSpPr txBox="1"/>
          <p:nvPr/>
        </p:nvSpPr>
        <p:spPr>
          <a:xfrm>
            <a:off x="420624" y="2015795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100" dirty="0"/>
          </a:p>
        </p:txBody>
      </p:sp>
      <p:sp>
        <p:nvSpPr>
          <p:cNvPr id="14" name="mark-161"/>
          <p:cNvSpPr/>
          <p:nvPr/>
        </p:nvSpPr>
        <p:spPr>
          <a:xfrm>
            <a:off x="2273656" y="2162099"/>
            <a:ext cx="4038905" cy="3911803"/>
          </a:xfrm>
          <a:prstGeom prst="roundRect">
            <a:avLst>
              <a:gd name="adj" fmla="val 935"/>
            </a:avLst>
          </a:prstGeom>
          <a:ln w="28575">
            <a:solidFill>
              <a:srgbClr val="F59E0B"/>
            </a:solidFill>
            <a:prstDash val="solid"/>
          </a:ln>
        </p:spPr>
      </p:sp>
      <p:sp>
        <p:nvSpPr>
          <p:cNvPr id="15" name="markdot-162"/>
          <p:cNvSpPr/>
          <p:nvPr/>
        </p:nvSpPr>
        <p:spPr>
          <a:xfrm>
            <a:off x="2127352" y="2015795"/>
            <a:ext cx="292608" cy="292608"/>
          </a:xfrm>
          <a:prstGeom prst="ellipse">
            <a:avLst/>
          </a:prstGeom>
          <a:solidFill>
            <a:srgbClr val="F59E0B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16" name="t-163"/>
          <p:cNvSpPr txBox="1"/>
          <p:nvPr/>
        </p:nvSpPr>
        <p:spPr>
          <a:xfrm>
            <a:off x="2127352" y="2015795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100" dirty="0"/>
          </a:p>
        </p:txBody>
      </p:sp>
      <p:sp>
        <p:nvSpPr>
          <p:cNvPr id="17" name="mark-164"/>
          <p:cNvSpPr/>
          <p:nvPr/>
        </p:nvSpPr>
        <p:spPr>
          <a:xfrm>
            <a:off x="6277356" y="2162099"/>
            <a:ext cx="1933956" cy="3911803"/>
          </a:xfrm>
          <a:prstGeom prst="roundRect">
            <a:avLst>
              <a:gd name="adj" fmla="val 1891"/>
            </a:avLst>
          </a:prstGeom>
          <a:ln w="28575">
            <a:solidFill>
              <a:srgbClr val="F59E0B"/>
            </a:solidFill>
            <a:prstDash val="solid"/>
          </a:ln>
        </p:spPr>
      </p:sp>
      <p:sp>
        <p:nvSpPr>
          <p:cNvPr id="18" name="markdot-165"/>
          <p:cNvSpPr/>
          <p:nvPr/>
        </p:nvSpPr>
        <p:spPr>
          <a:xfrm>
            <a:off x="6131052" y="2015795"/>
            <a:ext cx="292608" cy="292608"/>
          </a:xfrm>
          <a:prstGeom prst="ellipse">
            <a:avLst/>
          </a:prstGeom>
          <a:solidFill>
            <a:srgbClr val="F59E0B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19" name="t-166"/>
          <p:cNvSpPr txBox="1"/>
          <p:nvPr/>
        </p:nvSpPr>
        <p:spPr>
          <a:xfrm>
            <a:off x="6131052" y="2015795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1100" dirty="0"/>
          </a:p>
        </p:txBody>
      </p:sp>
      <p:sp>
        <p:nvSpPr>
          <p:cNvPr id="20" name="step-167"/>
          <p:cNvSpPr/>
          <p:nvPr/>
        </p:nvSpPr>
        <p:spPr>
          <a:xfrm>
            <a:off x="8549640" y="1783080"/>
            <a:ext cx="329184" cy="329184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1" name="t-168"/>
          <p:cNvSpPr txBox="1"/>
          <p:nvPr/>
        </p:nvSpPr>
        <p:spPr>
          <a:xfrm>
            <a:off x="8549640" y="178308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200" dirty="0"/>
          </a:p>
        </p:txBody>
      </p:sp>
      <p:sp>
        <p:nvSpPr>
          <p:cNvPr id="22" name="t-169"/>
          <p:cNvSpPr txBox="1"/>
          <p:nvPr/>
        </p:nvSpPr>
        <p:spPr>
          <a:xfrm>
            <a:off x="9025128" y="1737360"/>
            <a:ext cx="263347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rgbClr val="0F1B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머리줄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파일 · 서브모델 · 자동 고치기 · 내보내기 · 내려받기 · 설정</a:t>
            </a:r>
            <a:endParaRPr lang="en-US" sz="1400" dirty="0"/>
          </a:p>
        </p:txBody>
      </p:sp>
      <p:sp>
        <p:nvSpPr>
          <p:cNvPr id="23" name="step-170"/>
          <p:cNvSpPr/>
          <p:nvPr/>
        </p:nvSpPr>
        <p:spPr>
          <a:xfrm>
            <a:off x="8549640" y="2880360"/>
            <a:ext cx="329184" cy="329184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4" name="t-171"/>
          <p:cNvSpPr txBox="1"/>
          <p:nvPr/>
        </p:nvSpPr>
        <p:spPr>
          <a:xfrm>
            <a:off x="8549640" y="288036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200" dirty="0"/>
          </a:p>
        </p:txBody>
      </p:sp>
      <p:sp>
        <p:nvSpPr>
          <p:cNvPr id="25" name="t-172"/>
          <p:cNvSpPr txBox="1"/>
          <p:nvPr/>
        </p:nvSpPr>
        <p:spPr>
          <a:xfrm>
            <a:off x="9025128" y="2834640"/>
            <a:ext cx="263347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rgbClr val="0F1B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트리 (왼쪽)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AAS → 서브모델 → 요소 순서로 펼쳐집니다. 고르면 가운데에 내용이 나옵니다.</a:t>
            </a:r>
            <a:endParaRPr lang="en-US" sz="1400" dirty="0"/>
          </a:p>
        </p:txBody>
      </p:sp>
      <p:sp>
        <p:nvSpPr>
          <p:cNvPr id="26" name="step-173"/>
          <p:cNvSpPr/>
          <p:nvPr/>
        </p:nvSpPr>
        <p:spPr>
          <a:xfrm>
            <a:off x="8549640" y="3977640"/>
            <a:ext cx="329184" cy="329184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7" name="t-174"/>
          <p:cNvSpPr txBox="1"/>
          <p:nvPr/>
        </p:nvSpPr>
        <p:spPr>
          <a:xfrm>
            <a:off x="8549640" y="397764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200" dirty="0"/>
          </a:p>
        </p:txBody>
      </p:sp>
      <p:sp>
        <p:nvSpPr>
          <p:cNvPr id="28" name="t-175"/>
          <p:cNvSpPr txBox="1"/>
          <p:nvPr/>
        </p:nvSpPr>
        <p:spPr>
          <a:xfrm>
            <a:off x="9025128" y="3931920"/>
            <a:ext cx="263347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rgbClr val="0F1B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내용 (가운데)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요약 · 값 고치기 · 부품 구성(BoM)</a:t>
            </a:r>
            <a:endParaRPr lang="en-US" sz="1400" dirty="0"/>
          </a:p>
        </p:txBody>
      </p:sp>
      <p:sp>
        <p:nvSpPr>
          <p:cNvPr id="29" name="step-176"/>
          <p:cNvSpPr/>
          <p:nvPr/>
        </p:nvSpPr>
        <p:spPr>
          <a:xfrm>
            <a:off x="8549640" y="5074920"/>
            <a:ext cx="329184" cy="329184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30" name="t-177"/>
          <p:cNvSpPr txBox="1"/>
          <p:nvPr/>
        </p:nvSpPr>
        <p:spPr>
          <a:xfrm>
            <a:off x="8549640" y="50749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1200" dirty="0"/>
          </a:p>
        </p:txBody>
      </p:sp>
      <p:sp>
        <p:nvSpPr>
          <p:cNvPr id="31" name="t-178"/>
          <p:cNvSpPr txBox="1"/>
          <p:nvPr/>
        </p:nvSpPr>
        <p:spPr>
          <a:xfrm>
            <a:off x="9025128" y="5029200"/>
            <a:ext cx="263347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rgbClr val="0F1B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수집 (오른쪽)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설비에서 값을 가져옵니다(OPC UA).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50">
                <a:solidFill>
                  <a:srgbClr val="8A94A6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r-179"/>
          <p:cNvSpPr/>
          <p:nvPr/>
        </p:nvSpPr>
        <p:spPr>
          <a:xfrm>
            <a:off x="548640" y="329184"/>
            <a:ext cx="384048" cy="54864"/>
          </a:xfrm>
          <a:prstGeom prst="rect">
            <a:avLst/>
          </a:prstGeom>
          <a:solidFill>
            <a:srgbClr val="2F7CF6"/>
          </a:solidFill>
          <a:ln w="12700">
            <a:solidFill>
              <a:srgbClr val="2F7CF6"/>
            </a:solidFill>
            <a:prstDash val="solid"/>
          </a:ln>
        </p:spPr>
      </p:sp>
      <p:sp>
        <p:nvSpPr>
          <p:cNvPr id="3" name="t-180"/>
          <p:cNvSpPr txBox="1"/>
          <p:nvPr/>
        </p:nvSpPr>
        <p:spPr>
          <a:xfrm>
            <a:off x="1024128" y="22860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F7C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 둘러보기</a:t>
            </a:r>
            <a:endParaRPr lang="en-US" sz="11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548640" y="566928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F1B2D"/>
                </a:solidFill>
              </a:rPr>
              <a:t>머리줄</a:t>
            </a:r>
            <a:endParaRPr lang="en-US" sz="2600" dirty="0"/>
          </a:p>
        </p:txBody>
      </p:sp>
      <p:sp>
        <p:nvSpPr>
          <p:cNvPr id="5" name="t-181"/>
          <p:cNvSpPr txBox="1"/>
          <p:nvPr/>
        </p:nvSpPr>
        <p:spPr>
          <a:xfrm>
            <a:off x="548640" y="1152144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번호를 눌러 해당 기능으로 바로 갑니다</a:t>
            </a:r>
            <a:endParaRPr lang="en-US" sz="1400" dirty="0"/>
          </a:p>
        </p:txBody>
      </p:sp>
      <p:sp>
        <p:nvSpPr>
          <p:cNvPr id="6" name="frame-182"/>
          <p:cNvSpPr/>
          <p:nvPr/>
        </p:nvSpPr>
        <p:spPr>
          <a:xfrm>
            <a:off x="548640" y="1694147"/>
            <a:ext cx="5440680" cy="772226"/>
          </a:xfrm>
          <a:prstGeom prst="rect">
            <a:avLst/>
          </a:prstGeom>
          <a:solidFill>
            <a:srgbClr val="0F1B2D"/>
          </a:solidFill>
          <a:ln w="9525">
            <a:solidFill>
              <a:srgbClr val="C9D2DE"/>
            </a:solidFill>
            <a:prstDash val="solid"/>
          </a:ln>
          <a:effectLst>
            <a:outerShdw sx="100000" sy="100000" kx="0" ky="0" algn="bl" rotWithShape="0" blurRad="127000" dist="38100" dir="5400000">
              <a:srgbClr val="0F1B2D">
                <a:alpha val="18000"/>
              </a:srgbClr>
            </a:outerShdw>
          </a:effectLst>
        </p:spPr>
      </p:sp>
      <p:pic>
        <p:nvPicPr>
          <p:cNvPr id="7" name="screen-183" descr="화면: a-header-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94147"/>
            <a:ext cx="5440680" cy="772226"/>
          </a:xfrm>
          <a:prstGeom prst="rect">
            <a:avLst/>
          </a:prstGeom>
        </p:spPr>
      </p:pic>
      <p:sp>
        <p:nvSpPr>
          <p:cNvPr id="8" name="mark-184"/>
          <p:cNvSpPr/>
          <p:nvPr/>
        </p:nvSpPr>
        <p:spPr>
          <a:xfrm>
            <a:off x="2561279" y="1732346"/>
            <a:ext cx="616851" cy="344817"/>
          </a:xfrm>
          <a:prstGeom prst="roundRect">
            <a:avLst>
              <a:gd name="adj" fmla="val 10607"/>
            </a:avLst>
          </a:prstGeom>
          <a:ln w="28575">
            <a:solidFill>
              <a:srgbClr val="F59E0B"/>
            </a:solidFill>
            <a:prstDash val="solid"/>
          </a:ln>
        </p:spPr>
      </p:sp>
      <p:sp>
        <p:nvSpPr>
          <p:cNvPr id="9" name="markdot-185"/>
          <p:cNvSpPr/>
          <p:nvPr/>
        </p:nvSpPr>
        <p:spPr>
          <a:xfrm>
            <a:off x="2414975" y="1586042"/>
            <a:ext cx="292608" cy="292608"/>
          </a:xfrm>
          <a:prstGeom prst="ellipse">
            <a:avLst/>
          </a:prstGeom>
          <a:solidFill>
            <a:srgbClr val="F59E0B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10" name="t-186"/>
          <p:cNvSpPr txBox="1"/>
          <p:nvPr/>
        </p:nvSpPr>
        <p:spPr>
          <a:xfrm>
            <a:off x="2414975" y="158604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100" dirty="0"/>
          </a:p>
        </p:txBody>
      </p:sp>
      <p:sp>
        <p:nvSpPr>
          <p:cNvPr id="11" name="mark-187"/>
          <p:cNvSpPr/>
          <p:nvPr/>
        </p:nvSpPr>
        <p:spPr>
          <a:xfrm>
            <a:off x="3184324" y="1732346"/>
            <a:ext cx="2345583" cy="336042"/>
          </a:xfrm>
          <a:prstGeom prst="roundRect">
            <a:avLst>
              <a:gd name="adj" fmla="val 10884"/>
            </a:avLst>
          </a:prstGeom>
          <a:ln w="28575">
            <a:solidFill>
              <a:srgbClr val="F59E0B"/>
            </a:solidFill>
            <a:prstDash val="solid"/>
          </a:ln>
        </p:spPr>
      </p:sp>
      <p:sp>
        <p:nvSpPr>
          <p:cNvPr id="12" name="markdot-188"/>
          <p:cNvSpPr/>
          <p:nvPr/>
        </p:nvSpPr>
        <p:spPr>
          <a:xfrm>
            <a:off x="3038020" y="1586042"/>
            <a:ext cx="292608" cy="292608"/>
          </a:xfrm>
          <a:prstGeom prst="ellipse">
            <a:avLst/>
          </a:prstGeom>
          <a:solidFill>
            <a:srgbClr val="F59E0B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13" name="t-189"/>
          <p:cNvSpPr txBox="1"/>
          <p:nvPr/>
        </p:nvSpPr>
        <p:spPr>
          <a:xfrm>
            <a:off x="3038020" y="158604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100" dirty="0"/>
          </a:p>
        </p:txBody>
      </p:sp>
      <p:sp>
        <p:nvSpPr>
          <p:cNvPr id="14" name="mark-190"/>
          <p:cNvSpPr/>
          <p:nvPr/>
        </p:nvSpPr>
        <p:spPr>
          <a:xfrm>
            <a:off x="2025986" y="2083357"/>
            <a:ext cx="862559" cy="344817"/>
          </a:xfrm>
          <a:prstGeom prst="roundRect">
            <a:avLst>
              <a:gd name="adj" fmla="val 10607"/>
            </a:avLst>
          </a:prstGeom>
          <a:ln w="28575">
            <a:solidFill>
              <a:srgbClr val="F59E0B"/>
            </a:solidFill>
            <a:prstDash val="solid"/>
          </a:ln>
        </p:spPr>
      </p:sp>
      <p:sp>
        <p:nvSpPr>
          <p:cNvPr id="15" name="markdot-191"/>
          <p:cNvSpPr/>
          <p:nvPr/>
        </p:nvSpPr>
        <p:spPr>
          <a:xfrm>
            <a:off x="1879682" y="1937053"/>
            <a:ext cx="292608" cy="292608"/>
          </a:xfrm>
          <a:prstGeom prst="ellipse">
            <a:avLst/>
          </a:prstGeom>
          <a:solidFill>
            <a:srgbClr val="F59E0B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16" name="t-192"/>
          <p:cNvSpPr txBox="1"/>
          <p:nvPr/>
        </p:nvSpPr>
        <p:spPr>
          <a:xfrm>
            <a:off x="1879682" y="1937053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100" dirty="0"/>
          </a:p>
        </p:txBody>
      </p:sp>
      <p:sp>
        <p:nvSpPr>
          <p:cNvPr id="17" name="mark-193"/>
          <p:cNvSpPr/>
          <p:nvPr/>
        </p:nvSpPr>
        <p:spPr>
          <a:xfrm>
            <a:off x="3043920" y="2083357"/>
            <a:ext cx="1125818" cy="344817"/>
          </a:xfrm>
          <a:prstGeom prst="roundRect">
            <a:avLst>
              <a:gd name="adj" fmla="val 10607"/>
            </a:avLst>
          </a:prstGeom>
          <a:ln w="28575">
            <a:solidFill>
              <a:srgbClr val="F59E0B"/>
            </a:solidFill>
            <a:prstDash val="solid"/>
          </a:ln>
        </p:spPr>
      </p:sp>
      <p:sp>
        <p:nvSpPr>
          <p:cNvPr id="18" name="markdot-194"/>
          <p:cNvSpPr/>
          <p:nvPr/>
        </p:nvSpPr>
        <p:spPr>
          <a:xfrm>
            <a:off x="2897616" y="1937053"/>
            <a:ext cx="292608" cy="292608"/>
          </a:xfrm>
          <a:prstGeom prst="ellipse">
            <a:avLst/>
          </a:prstGeom>
          <a:solidFill>
            <a:srgbClr val="F59E0B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19" name="t-195"/>
          <p:cNvSpPr txBox="1"/>
          <p:nvPr/>
        </p:nvSpPr>
        <p:spPr>
          <a:xfrm>
            <a:off x="2897616" y="1937053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1100" dirty="0"/>
          </a:p>
        </p:txBody>
      </p:sp>
      <p:sp>
        <p:nvSpPr>
          <p:cNvPr id="20" name="frame-196"/>
          <p:cNvSpPr/>
          <p:nvPr/>
        </p:nvSpPr>
        <p:spPr>
          <a:xfrm>
            <a:off x="6172200" y="1693164"/>
            <a:ext cx="5440680" cy="1139952"/>
          </a:xfrm>
          <a:prstGeom prst="rect">
            <a:avLst/>
          </a:prstGeom>
          <a:solidFill>
            <a:srgbClr val="0F1B2D"/>
          </a:solidFill>
          <a:ln w="9525">
            <a:solidFill>
              <a:srgbClr val="C9D2DE"/>
            </a:solidFill>
            <a:prstDash val="solid"/>
          </a:ln>
          <a:effectLst>
            <a:outerShdw sx="100000" sy="100000" kx="0" ky="0" algn="bl" rotWithShape="0" blurRad="127000" dist="38100" dir="5400000">
              <a:srgbClr val="0F1B2D">
                <a:alpha val="18000"/>
              </a:srgbClr>
            </a:outerShdw>
          </a:effectLst>
        </p:spPr>
      </p:sp>
      <p:pic>
        <p:nvPicPr>
          <p:cNvPr id="21" name="screen-197" descr="화면: a-header-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72200" y="1693164"/>
            <a:ext cx="5440680" cy="1139952"/>
          </a:xfrm>
          <a:prstGeom prst="rect">
            <a:avLst/>
          </a:prstGeom>
        </p:spPr>
      </p:pic>
      <p:sp>
        <p:nvSpPr>
          <p:cNvPr id="22" name="mark-198"/>
          <p:cNvSpPr/>
          <p:nvPr/>
        </p:nvSpPr>
        <p:spPr>
          <a:xfrm>
            <a:off x="8536686" y="1790700"/>
            <a:ext cx="2033016" cy="426720"/>
          </a:xfrm>
          <a:prstGeom prst="roundRect">
            <a:avLst>
              <a:gd name="adj" fmla="val 8571"/>
            </a:avLst>
          </a:prstGeom>
          <a:ln w="28575">
            <a:solidFill>
              <a:srgbClr val="F59E0B"/>
            </a:solidFill>
            <a:prstDash val="solid"/>
          </a:ln>
        </p:spPr>
      </p:sp>
      <p:sp>
        <p:nvSpPr>
          <p:cNvPr id="23" name="markdot-199"/>
          <p:cNvSpPr/>
          <p:nvPr/>
        </p:nvSpPr>
        <p:spPr>
          <a:xfrm>
            <a:off x="8390382" y="1644396"/>
            <a:ext cx="292608" cy="292608"/>
          </a:xfrm>
          <a:prstGeom prst="ellipse">
            <a:avLst/>
          </a:prstGeom>
          <a:solidFill>
            <a:srgbClr val="F59E0B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24" name="t-200"/>
          <p:cNvSpPr txBox="1"/>
          <p:nvPr/>
        </p:nvSpPr>
        <p:spPr>
          <a:xfrm>
            <a:off x="8390382" y="164439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en-US" sz="1100" dirty="0"/>
          </a:p>
        </p:txBody>
      </p:sp>
      <p:sp>
        <p:nvSpPr>
          <p:cNvPr id="25" name="mark-201"/>
          <p:cNvSpPr/>
          <p:nvPr/>
        </p:nvSpPr>
        <p:spPr>
          <a:xfrm>
            <a:off x="8640318" y="2282952"/>
            <a:ext cx="1242822" cy="478536"/>
          </a:xfrm>
          <a:prstGeom prst="roundRect">
            <a:avLst>
              <a:gd name="adj" fmla="val 7643"/>
            </a:avLst>
          </a:prstGeom>
          <a:ln w="28575">
            <a:solidFill>
              <a:srgbClr val="F59E0B"/>
            </a:solidFill>
            <a:prstDash val="solid"/>
          </a:ln>
        </p:spPr>
      </p:sp>
      <p:sp>
        <p:nvSpPr>
          <p:cNvPr id="26" name="markdot-202"/>
          <p:cNvSpPr/>
          <p:nvPr/>
        </p:nvSpPr>
        <p:spPr>
          <a:xfrm>
            <a:off x="8494014" y="2136648"/>
            <a:ext cx="292608" cy="292608"/>
          </a:xfrm>
          <a:prstGeom prst="ellipse">
            <a:avLst/>
          </a:prstGeom>
          <a:solidFill>
            <a:srgbClr val="F59E0B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27" name="t-203"/>
          <p:cNvSpPr txBox="1"/>
          <p:nvPr/>
        </p:nvSpPr>
        <p:spPr>
          <a:xfrm>
            <a:off x="8494014" y="213664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</a:t>
            </a:r>
            <a:endParaRPr lang="en-US" sz="1100" dirty="0"/>
          </a:p>
        </p:txBody>
      </p:sp>
      <p:sp>
        <p:nvSpPr>
          <p:cNvPr id="28" name="mark-204"/>
          <p:cNvSpPr/>
          <p:nvPr/>
        </p:nvSpPr>
        <p:spPr>
          <a:xfrm>
            <a:off x="9922764" y="2282952"/>
            <a:ext cx="1566672" cy="478536"/>
          </a:xfrm>
          <a:prstGeom prst="roundRect">
            <a:avLst>
              <a:gd name="adj" fmla="val 7643"/>
            </a:avLst>
          </a:prstGeom>
          <a:ln w="28575">
            <a:solidFill>
              <a:srgbClr val="F59E0B"/>
            </a:solidFill>
            <a:prstDash val="solid"/>
          </a:ln>
        </p:spPr>
      </p:sp>
      <p:sp>
        <p:nvSpPr>
          <p:cNvPr id="29" name="markdot-205"/>
          <p:cNvSpPr/>
          <p:nvPr/>
        </p:nvSpPr>
        <p:spPr>
          <a:xfrm>
            <a:off x="9776460" y="2136648"/>
            <a:ext cx="292608" cy="292608"/>
          </a:xfrm>
          <a:prstGeom prst="ellipse">
            <a:avLst/>
          </a:prstGeom>
          <a:solidFill>
            <a:srgbClr val="F59E0B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30" name="t-206"/>
          <p:cNvSpPr txBox="1"/>
          <p:nvPr/>
        </p:nvSpPr>
        <p:spPr>
          <a:xfrm>
            <a:off x="9776460" y="213664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</a:t>
            </a:r>
            <a:endParaRPr lang="en-US" sz="1100" dirty="0"/>
          </a:p>
        </p:txBody>
      </p:sp>
      <p:sp>
        <p:nvSpPr>
          <p:cNvPr id="31" name="mark-207"/>
          <p:cNvSpPr/>
          <p:nvPr/>
        </p:nvSpPr>
        <p:spPr>
          <a:xfrm>
            <a:off x="10609326" y="1764792"/>
            <a:ext cx="880110" cy="478536"/>
          </a:xfrm>
          <a:prstGeom prst="roundRect">
            <a:avLst>
              <a:gd name="adj" fmla="val 7643"/>
            </a:avLst>
          </a:prstGeom>
          <a:ln w="28575">
            <a:solidFill>
              <a:srgbClr val="F59E0B"/>
            </a:solidFill>
            <a:prstDash val="solid"/>
          </a:ln>
        </p:spPr>
      </p:sp>
      <p:sp>
        <p:nvSpPr>
          <p:cNvPr id="32" name="markdot-208"/>
          <p:cNvSpPr/>
          <p:nvPr/>
        </p:nvSpPr>
        <p:spPr>
          <a:xfrm>
            <a:off x="10463022" y="1618488"/>
            <a:ext cx="292608" cy="292608"/>
          </a:xfrm>
          <a:prstGeom prst="ellipse">
            <a:avLst/>
          </a:prstGeom>
          <a:solidFill>
            <a:srgbClr val="F59E0B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33" name="t-209"/>
          <p:cNvSpPr txBox="1"/>
          <p:nvPr/>
        </p:nvSpPr>
        <p:spPr>
          <a:xfrm>
            <a:off x="10463022" y="161848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</a:t>
            </a:r>
            <a:endParaRPr lang="en-US" sz="1100" dirty="0"/>
          </a:p>
        </p:txBody>
      </p:sp>
      <p:graphicFrame>
        <p:nvGraphicFramePr>
          <p:cNvPr id="12" name="table-21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063240"/>
          <a:ext cx="5440680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1463040"/>
                <a:gridCol w="324612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번호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14300" marR="114300" marT="63500" marB="63500" anchor="ctr">
                    <a:lnL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B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단추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14300" marR="114300" marT="63500" marB="63500" anchor="ctr">
                    <a:lnL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B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하는 일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14300" marR="114300" marT="63500" marB="63500" anchor="ctr">
                    <a:lnL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B2D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14300" marR="114300" marT="63500" marB="63500" anchor="ctr">
                    <a:lnL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파일 ▾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14300" marR="114300" marT="63500" marB="63500" anchor="ctr">
                    <a:lnL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열기 · 새로 만들기 · 번들 열기 · 견본 열기 · 파일 목록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14300" marR="114300" marT="63500" marB="63500" anchor="ctr">
                    <a:lnL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14300" marR="114300" marT="63500" marB="63500" anchor="ctr">
                    <a:lnL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열린 파일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14300" marR="114300" marT="63500" marB="63500" anchor="ctr">
                    <a:lnL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열어 둔 파일 사이를 오갑니다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14300" marR="114300" marT="63500" marB="63500" anchor="ctr">
                    <a:lnL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14300" marR="114300" marT="63500" marB="63500" anchor="ctr">
                    <a:lnL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서브모델 ▾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14300" marR="114300" marT="63500" marB="63500" anchor="ctr">
                    <a:lnL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서브모델 추가 · 다른 파일에서 가져오기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14300" marR="114300" marT="63500" marB="63500" anchor="ctr">
                    <a:lnL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14300" marR="114300" marT="63500" marB="63500" anchor="ctr">
                    <a:lnL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자동 고치기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14300" marR="114300" marT="63500" marB="63500" anchor="ctr">
                    <a:lnL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고칠 수 있는 항목을 미리 보고 골라서 고칩니다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14300" marR="114300" marT="63500" marB="63500" anchor="ctr">
                    <a:lnL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3" name="table-21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72200" y="3063240"/>
          <a:ext cx="5440680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1645920"/>
                <a:gridCol w="30632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번호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14300" marR="114300" marT="63500" marB="63500" anchor="ctr">
                    <a:lnL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B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단추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14300" marR="114300" marT="63500" marB="63500" anchor="ctr">
                    <a:lnL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B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하는 일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14300" marR="114300" marT="63500" marB="63500" anchor="ctr">
                    <a:lnL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B2D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14300" marR="114300" marT="63500" marB="63500" anchor="ctr">
                    <a:lnL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위반 · 경고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14300" marR="114300" marT="63500" marB="63500" anchor="ctr">
                    <a:lnL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누르면 검사 결과가 열립니다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14300" marR="114300" marT="63500" marB="63500" anchor="ctr">
                    <a:lnL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6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14300" marR="114300" marT="63500" marB="63500" anchor="ctr">
                    <a:lnL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내보내기 ▾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14300" marR="114300" marT="63500" marB="63500" anchor="ctr">
                    <a:lnL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검증 결과서 · 문서용 자료 · 레퍼런스 번들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14300" marR="114300" marT="63500" marB="63500" anchor="ctr">
                    <a:lnL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7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14300" marR="114300" marT="63500" marB="63500" anchor="ctr">
                    <a:lnL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AASX 내려받기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14300" marR="114300" marT="63500" marB="63500" anchor="ctr">
                    <a:lnL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지금 파일을 .aasx로 받습니다(회원)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14300" marR="114300" marT="63500" marB="63500" anchor="ctr">
                    <a:lnL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8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14300" marR="114300" marT="63500" marB="63500" anchor="ctr">
                    <a:lnL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설정 ▾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14300" marR="114300" marT="63500" marB="63500" anchor="ctr">
                    <a:lnL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언어 · 비밀번호 · 로그아웃 · 탈퇴 · 검사 규칙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14300" marR="114300" marT="63500" marB="63500" anchor="ctr">
                    <a:lnL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</a:tbl>
          </a:graphicData>
        </a:graphic>
      </p:graphicFrame>
      <p:sp>
        <p:nvSpPr>
          <p:cNvPr id="36" name="note-212"/>
          <p:cNvSpPr/>
          <p:nvPr/>
        </p:nvSpPr>
        <p:spPr>
          <a:xfrm>
            <a:off x="548640" y="5532120"/>
            <a:ext cx="11064240" cy="548640"/>
          </a:xfrm>
          <a:prstGeom prst="rect">
            <a:avLst/>
          </a:prstGeom>
          <a:solidFill>
            <a:srgbClr val="EEF4FF"/>
          </a:solidFill>
          <a:ln w="12700">
            <a:solidFill>
              <a:srgbClr val="EEF4FF"/>
            </a:solidFill>
            <a:prstDash val="solid"/>
          </a:ln>
        </p:spPr>
      </p:sp>
      <p:sp>
        <p:nvSpPr>
          <p:cNvPr id="37" name="notebar-213"/>
          <p:cNvSpPr/>
          <p:nvPr/>
        </p:nvSpPr>
        <p:spPr>
          <a:xfrm>
            <a:off x="548640" y="5532120"/>
            <a:ext cx="64008" cy="548640"/>
          </a:xfrm>
          <a:prstGeom prst="rect">
            <a:avLst/>
          </a:prstGeom>
          <a:solidFill>
            <a:srgbClr val="2F7CF6"/>
          </a:solidFill>
          <a:ln w="12700">
            <a:solidFill>
              <a:srgbClr val="2F7CF6"/>
            </a:solidFill>
            <a:prstDash val="solid"/>
          </a:ln>
        </p:spPr>
      </p:sp>
      <p:sp>
        <p:nvSpPr>
          <p:cNvPr id="38" name="t-214"/>
          <p:cNvSpPr txBox="1"/>
          <p:nvPr/>
        </p:nvSpPr>
        <p:spPr>
          <a:xfrm>
            <a:off x="777240" y="5532120"/>
            <a:ext cx="10698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F7C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되돌리기  </a:t>
            </a:r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머리줄 왼쪽 아래 「↶ 되돌리기」(Ctrl+Z)로 방금 한 작업을 취소할 수 있습니다.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50">
                <a:solidFill>
                  <a:srgbClr val="8A94A6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r-215"/>
          <p:cNvSpPr/>
          <p:nvPr/>
        </p:nvSpPr>
        <p:spPr>
          <a:xfrm>
            <a:off x="548640" y="329184"/>
            <a:ext cx="384048" cy="54864"/>
          </a:xfrm>
          <a:prstGeom prst="rect">
            <a:avLst/>
          </a:prstGeom>
          <a:solidFill>
            <a:srgbClr val="2F7CF6"/>
          </a:solidFill>
          <a:ln w="12700">
            <a:solidFill>
              <a:srgbClr val="2F7CF6"/>
            </a:solidFill>
            <a:prstDash val="solid"/>
          </a:ln>
        </p:spPr>
      </p:sp>
      <p:sp>
        <p:nvSpPr>
          <p:cNvPr id="3" name="t-216"/>
          <p:cNvSpPr txBox="1"/>
          <p:nvPr/>
        </p:nvSpPr>
        <p:spPr>
          <a:xfrm>
            <a:off x="1024128" y="22860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F7C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 둘러보기</a:t>
            </a:r>
            <a:endParaRPr lang="en-US" sz="11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548640" y="566928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F1B2D"/>
                </a:solidFill>
              </a:rPr>
              <a:t>메뉴 한눈에</a:t>
            </a:r>
            <a:endParaRPr lang="en-US" sz="2600" dirty="0"/>
          </a:p>
        </p:txBody>
      </p:sp>
      <p:sp>
        <p:nvSpPr>
          <p:cNvPr id="5" name="t-217"/>
          <p:cNvSpPr txBox="1"/>
          <p:nvPr/>
        </p:nvSpPr>
        <p:spPr>
          <a:xfrm>
            <a:off x="548640" y="1152144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▾ 표시가 있는 단추를 누르면 메뉴가 펼쳐집니다</a:t>
            </a:r>
            <a:endParaRPr lang="en-US" sz="1400" dirty="0"/>
          </a:p>
        </p:txBody>
      </p:sp>
      <p:sp>
        <p:nvSpPr>
          <p:cNvPr id="6" name="frame-218"/>
          <p:cNvSpPr/>
          <p:nvPr/>
        </p:nvSpPr>
        <p:spPr>
          <a:xfrm>
            <a:off x="548640" y="1787887"/>
            <a:ext cx="2606040" cy="3007906"/>
          </a:xfrm>
          <a:prstGeom prst="rect">
            <a:avLst/>
          </a:prstGeom>
          <a:solidFill>
            <a:srgbClr val="0F1B2D"/>
          </a:solidFill>
          <a:ln w="9525">
            <a:solidFill>
              <a:srgbClr val="C9D2DE"/>
            </a:solidFill>
            <a:prstDash val="solid"/>
          </a:ln>
          <a:effectLst>
            <a:outerShdw sx="100000" sy="100000" kx="0" ky="0" algn="bl" rotWithShape="0" blurRad="127000" dist="38100" dir="5400000">
              <a:srgbClr val="0F1B2D">
                <a:alpha val="18000"/>
              </a:srgbClr>
            </a:outerShdw>
          </a:effectLst>
        </p:spPr>
      </p:sp>
      <p:pic>
        <p:nvPicPr>
          <p:cNvPr id="7" name="screen-219" descr="화면: a-menu-fi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787887"/>
            <a:ext cx="2606040" cy="3007906"/>
          </a:xfrm>
          <a:prstGeom prst="rect">
            <a:avLst/>
          </a:prstGeom>
        </p:spPr>
      </p:pic>
      <p:sp>
        <p:nvSpPr>
          <p:cNvPr id="8" name="t-220"/>
          <p:cNvSpPr txBox="1"/>
          <p:nvPr/>
        </p:nvSpPr>
        <p:spPr>
          <a:xfrm>
            <a:off x="548640" y="4956048"/>
            <a:ext cx="2606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8A94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파일 ▾</a:t>
            </a:r>
            <a:endParaRPr lang="en-US" sz="1150" dirty="0"/>
          </a:p>
        </p:txBody>
      </p:sp>
      <p:sp>
        <p:nvSpPr>
          <p:cNvPr id="9" name="frame-221"/>
          <p:cNvSpPr/>
          <p:nvPr/>
        </p:nvSpPr>
        <p:spPr>
          <a:xfrm>
            <a:off x="3367735" y="2457664"/>
            <a:ext cx="2606040" cy="1668353"/>
          </a:xfrm>
          <a:prstGeom prst="rect">
            <a:avLst/>
          </a:prstGeom>
          <a:solidFill>
            <a:srgbClr val="0F1B2D"/>
          </a:solidFill>
          <a:ln w="9525">
            <a:solidFill>
              <a:srgbClr val="C9D2DE"/>
            </a:solidFill>
            <a:prstDash val="solid"/>
          </a:ln>
          <a:effectLst>
            <a:outerShdw sx="100000" sy="100000" kx="0" ky="0" algn="bl" rotWithShape="0" blurRad="127000" dist="38100" dir="5400000">
              <a:srgbClr val="0F1B2D">
                <a:alpha val="18000"/>
              </a:srgbClr>
            </a:outerShdw>
          </a:effectLst>
        </p:spPr>
      </p:sp>
      <p:pic>
        <p:nvPicPr>
          <p:cNvPr id="10" name="screen-222" descr="화면: a-menu-sub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67735" y="2457664"/>
            <a:ext cx="2606040" cy="1668353"/>
          </a:xfrm>
          <a:prstGeom prst="rect">
            <a:avLst/>
          </a:prstGeom>
        </p:spPr>
      </p:pic>
      <p:sp>
        <p:nvSpPr>
          <p:cNvPr id="11" name="t-223"/>
          <p:cNvSpPr txBox="1"/>
          <p:nvPr/>
        </p:nvSpPr>
        <p:spPr>
          <a:xfrm>
            <a:off x="3367735" y="4956048"/>
            <a:ext cx="2606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8A94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서브모델 ▾</a:t>
            </a:r>
            <a:endParaRPr lang="en-US" sz="1150" dirty="0"/>
          </a:p>
        </p:txBody>
      </p:sp>
      <p:sp>
        <p:nvSpPr>
          <p:cNvPr id="12" name="frame-224"/>
          <p:cNvSpPr/>
          <p:nvPr/>
        </p:nvSpPr>
        <p:spPr>
          <a:xfrm>
            <a:off x="6186830" y="2457664"/>
            <a:ext cx="2606040" cy="1668353"/>
          </a:xfrm>
          <a:prstGeom prst="rect">
            <a:avLst/>
          </a:prstGeom>
          <a:solidFill>
            <a:srgbClr val="0F1B2D"/>
          </a:solidFill>
          <a:ln w="9525">
            <a:solidFill>
              <a:srgbClr val="C9D2DE"/>
            </a:solidFill>
            <a:prstDash val="solid"/>
          </a:ln>
          <a:effectLst>
            <a:outerShdw sx="100000" sy="100000" kx="0" ky="0" algn="bl" rotWithShape="0" blurRad="127000" dist="38100" dir="5400000">
              <a:srgbClr val="0F1B2D">
                <a:alpha val="18000"/>
              </a:srgbClr>
            </a:outerShdw>
          </a:effectLst>
        </p:spPr>
      </p:sp>
      <p:pic>
        <p:nvPicPr>
          <p:cNvPr id="13" name="screen-225" descr="화면: a-menu-export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86830" y="2457664"/>
            <a:ext cx="2606040" cy="1668353"/>
          </a:xfrm>
          <a:prstGeom prst="rect">
            <a:avLst/>
          </a:prstGeom>
        </p:spPr>
      </p:pic>
      <p:sp>
        <p:nvSpPr>
          <p:cNvPr id="14" name="t-226"/>
          <p:cNvSpPr txBox="1"/>
          <p:nvPr/>
        </p:nvSpPr>
        <p:spPr>
          <a:xfrm>
            <a:off x="6186830" y="4956048"/>
            <a:ext cx="2606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8A94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내보내기 ▾</a:t>
            </a:r>
            <a:endParaRPr lang="en-US" sz="1150" dirty="0"/>
          </a:p>
        </p:txBody>
      </p:sp>
      <p:sp>
        <p:nvSpPr>
          <p:cNvPr id="15" name="frame-227"/>
          <p:cNvSpPr/>
          <p:nvPr/>
        </p:nvSpPr>
        <p:spPr>
          <a:xfrm>
            <a:off x="9034391" y="1737360"/>
            <a:ext cx="2549109" cy="3108960"/>
          </a:xfrm>
          <a:prstGeom prst="rect">
            <a:avLst/>
          </a:prstGeom>
          <a:solidFill>
            <a:srgbClr val="0F1B2D"/>
          </a:solidFill>
          <a:ln w="9525">
            <a:solidFill>
              <a:srgbClr val="C9D2DE"/>
            </a:solidFill>
            <a:prstDash val="solid"/>
          </a:ln>
          <a:effectLst>
            <a:outerShdw sx="100000" sy="100000" kx="0" ky="0" algn="bl" rotWithShape="0" blurRad="127000" dist="38100" dir="5400000">
              <a:srgbClr val="0F1B2D">
                <a:alpha val="18000"/>
              </a:srgbClr>
            </a:outerShdw>
          </a:effectLst>
        </p:spPr>
      </p:sp>
      <p:pic>
        <p:nvPicPr>
          <p:cNvPr id="16" name="screen-228" descr="화면: b-member-menu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34391" y="1737360"/>
            <a:ext cx="2549109" cy="3108960"/>
          </a:xfrm>
          <a:prstGeom prst="rect">
            <a:avLst/>
          </a:prstGeom>
        </p:spPr>
      </p:pic>
      <p:sp>
        <p:nvSpPr>
          <p:cNvPr id="17" name="t-229"/>
          <p:cNvSpPr txBox="1"/>
          <p:nvPr/>
        </p:nvSpPr>
        <p:spPr>
          <a:xfrm>
            <a:off x="9005926" y="4956048"/>
            <a:ext cx="2606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8A94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설정 ▾</a:t>
            </a:r>
            <a:endParaRPr lang="en-US" sz="1150" dirty="0"/>
          </a:p>
        </p:txBody>
      </p:sp>
      <p:sp>
        <p:nvSpPr>
          <p:cNvPr id="18" name="note-230"/>
          <p:cNvSpPr/>
          <p:nvPr/>
        </p:nvSpPr>
        <p:spPr>
          <a:xfrm>
            <a:off x="548640" y="5440680"/>
            <a:ext cx="11064240" cy="548640"/>
          </a:xfrm>
          <a:prstGeom prst="rect">
            <a:avLst/>
          </a:prstGeom>
          <a:solidFill>
            <a:srgbClr val="EEF4FF"/>
          </a:solidFill>
          <a:ln w="12700">
            <a:solidFill>
              <a:srgbClr val="EEF4FF"/>
            </a:solidFill>
            <a:prstDash val="solid"/>
          </a:ln>
        </p:spPr>
      </p:sp>
      <p:sp>
        <p:nvSpPr>
          <p:cNvPr id="19" name="notebar-231"/>
          <p:cNvSpPr/>
          <p:nvPr/>
        </p:nvSpPr>
        <p:spPr>
          <a:xfrm>
            <a:off x="548640" y="5440680"/>
            <a:ext cx="64008" cy="548640"/>
          </a:xfrm>
          <a:prstGeom prst="rect">
            <a:avLst/>
          </a:prstGeom>
          <a:solidFill>
            <a:srgbClr val="2F7CF6"/>
          </a:solidFill>
          <a:ln w="12700">
            <a:solidFill>
              <a:srgbClr val="2F7CF6"/>
            </a:solidFill>
            <a:prstDash val="solid"/>
          </a:ln>
        </p:spPr>
      </p:sp>
      <p:sp>
        <p:nvSpPr>
          <p:cNvPr id="20" name="t-232"/>
          <p:cNvSpPr txBox="1"/>
          <p:nvPr/>
        </p:nvSpPr>
        <p:spPr>
          <a:xfrm>
            <a:off x="777240" y="5440680"/>
            <a:ext cx="10698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F7C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참고  </a:t>
            </a:r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공정 파일을 열면 내보내기 ▾에 「레퍼런스 번들」이, 관리자에게는 설정 ▾에 「계정 관리」가 더 보입니다.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50">
                <a:solidFill>
                  <a:srgbClr val="8A94A6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-233"/>
          <p:cNvSpPr txBox="1"/>
          <p:nvPr/>
        </p:nvSpPr>
        <p:spPr>
          <a:xfrm>
            <a:off x="731520" y="2148840"/>
            <a:ext cx="14630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2F7C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03</a:t>
            </a:r>
            <a:endParaRPr lang="en-US" sz="6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2286000" y="2331720"/>
            <a:ext cx="8961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</a:rPr>
              <a:t>파일 열기</a:t>
            </a:r>
            <a:endParaRPr lang="en-US" sz="3800" dirty="0"/>
          </a:p>
        </p:txBody>
      </p:sp>
      <p:sp>
        <p:nvSpPr>
          <p:cNvPr id="4" name="t-234"/>
          <p:cNvSpPr txBox="1"/>
          <p:nvPr/>
        </p:nvSpPr>
        <p:spPr>
          <a:xfrm>
            <a:off x="2286000" y="3246120"/>
            <a:ext cx="8961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9CC2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첫 화면 · 견본 · 파일 목록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2286000" y="3977640"/>
            <a:ext cx="8961120" cy="0"/>
          </a:xfrm>
          <a:prstGeom prst="line">
            <a:avLst/>
          </a:prstGeom>
          <a:noFill/>
          <a:ln w="12700">
            <a:solidFill>
              <a:srgbClr val="2B3A52"/>
            </a:solidFill>
            <a:prstDash val="solid"/>
          </a:ln>
        </p:spPr>
      </p:sp>
      <p:sp>
        <p:nvSpPr>
          <p:cNvPr id="6" name="t-235"/>
          <p:cNvSpPr txBox="1"/>
          <p:nvPr/>
        </p:nvSpPr>
        <p:spPr>
          <a:xfrm>
            <a:off x="2286000" y="4160520"/>
            <a:ext cx="8961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400" dirty="0">
                <a:solidFill>
                  <a:srgbClr val="C9D4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 PC의 AASX를 올리거나, 새로 만들거나, 견본으로 시작합니다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400" dirty="0">
                <a:solidFill>
                  <a:srgbClr val="C9D4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번 올린 파일은 파일 목록에서 다시 엽니다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CC2FF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r-236"/>
          <p:cNvSpPr/>
          <p:nvPr/>
        </p:nvSpPr>
        <p:spPr>
          <a:xfrm>
            <a:off x="548640" y="329184"/>
            <a:ext cx="384048" cy="54864"/>
          </a:xfrm>
          <a:prstGeom prst="rect">
            <a:avLst/>
          </a:prstGeom>
          <a:solidFill>
            <a:srgbClr val="2F7CF6"/>
          </a:solidFill>
          <a:ln w="12700">
            <a:solidFill>
              <a:srgbClr val="2F7CF6"/>
            </a:solidFill>
            <a:prstDash val="solid"/>
          </a:ln>
        </p:spPr>
      </p:sp>
      <p:sp>
        <p:nvSpPr>
          <p:cNvPr id="3" name="t-237"/>
          <p:cNvSpPr txBox="1"/>
          <p:nvPr/>
        </p:nvSpPr>
        <p:spPr>
          <a:xfrm>
            <a:off x="1024128" y="22860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F7C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파일 열기</a:t>
            </a:r>
            <a:endParaRPr lang="en-US" sz="11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548640" y="566928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F1B2D"/>
                </a:solidFill>
              </a:rPr>
              <a:t>첫 화면 — 파일을 여는 네 가지 방법</a:t>
            </a:r>
            <a:endParaRPr lang="en-US" sz="2600" dirty="0"/>
          </a:p>
        </p:txBody>
      </p:sp>
      <p:sp>
        <p:nvSpPr>
          <p:cNvPr id="5" name="t-238"/>
          <p:cNvSpPr txBox="1"/>
          <p:nvPr/>
        </p:nvSpPr>
        <p:spPr>
          <a:xfrm>
            <a:off x="548640" y="1152144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로그인하면 이 화면에서 시작합니다</a:t>
            </a:r>
            <a:endParaRPr lang="en-US" sz="1400" dirty="0"/>
          </a:p>
        </p:txBody>
      </p:sp>
      <p:sp>
        <p:nvSpPr>
          <p:cNvPr id="6" name="frame-239"/>
          <p:cNvSpPr/>
          <p:nvPr/>
        </p:nvSpPr>
        <p:spPr>
          <a:xfrm>
            <a:off x="548640" y="1906898"/>
            <a:ext cx="5852160" cy="2769884"/>
          </a:xfrm>
          <a:prstGeom prst="rect">
            <a:avLst/>
          </a:prstGeom>
          <a:solidFill>
            <a:srgbClr val="0F1B2D"/>
          </a:solidFill>
          <a:ln w="9525">
            <a:solidFill>
              <a:srgbClr val="C9D2DE"/>
            </a:solidFill>
            <a:prstDash val="solid"/>
          </a:ln>
          <a:effectLst>
            <a:outerShdw sx="100000" sy="100000" kx="0" ky="0" algn="bl" rotWithShape="0" blurRad="127000" dist="38100" dir="5400000">
              <a:srgbClr val="0F1B2D">
                <a:alpha val="18000"/>
              </a:srgbClr>
            </a:outerShdw>
          </a:effectLst>
        </p:spPr>
      </p:sp>
      <p:pic>
        <p:nvPicPr>
          <p:cNvPr id="7" name="screen-240" descr="화면: a-welcome-c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906898"/>
            <a:ext cx="5852160" cy="2769884"/>
          </a:xfrm>
          <a:prstGeom prst="rect">
            <a:avLst/>
          </a:prstGeom>
        </p:spPr>
      </p:pic>
      <p:sp>
        <p:nvSpPr>
          <p:cNvPr id="8" name="mark-241"/>
          <p:cNvSpPr/>
          <p:nvPr/>
        </p:nvSpPr>
        <p:spPr>
          <a:xfrm>
            <a:off x="1453815" y="2812073"/>
            <a:ext cx="1553081" cy="522184"/>
          </a:xfrm>
          <a:prstGeom prst="roundRect">
            <a:avLst>
              <a:gd name="adj" fmla="val 7004"/>
            </a:avLst>
          </a:prstGeom>
          <a:ln w="28575">
            <a:solidFill>
              <a:srgbClr val="F59E0B"/>
            </a:solidFill>
            <a:prstDash val="solid"/>
          </a:ln>
        </p:spPr>
      </p:sp>
      <p:sp>
        <p:nvSpPr>
          <p:cNvPr id="9" name="markdot-242"/>
          <p:cNvSpPr/>
          <p:nvPr/>
        </p:nvSpPr>
        <p:spPr>
          <a:xfrm>
            <a:off x="1307511" y="2665769"/>
            <a:ext cx="292608" cy="292608"/>
          </a:xfrm>
          <a:prstGeom prst="ellipse">
            <a:avLst/>
          </a:prstGeom>
          <a:solidFill>
            <a:srgbClr val="F59E0B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10" name="t-243"/>
          <p:cNvSpPr txBox="1"/>
          <p:nvPr/>
        </p:nvSpPr>
        <p:spPr>
          <a:xfrm>
            <a:off x="1307511" y="2665769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100" dirty="0"/>
          </a:p>
        </p:txBody>
      </p:sp>
      <p:sp>
        <p:nvSpPr>
          <p:cNvPr id="11" name="mark-244"/>
          <p:cNvSpPr/>
          <p:nvPr/>
        </p:nvSpPr>
        <p:spPr>
          <a:xfrm>
            <a:off x="3015779" y="2812073"/>
            <a:ext cx="1313580" cy="522184"/>
          </a:xfrm>
          <a:prstGeom prst="roundRect">
            <a:avLst>
              <a:gd name="adj" fmla="val 7004"/>
            </a:avLst>
          </a:prstGeom>
          <a:ln w="28575">
            <a:solidFill>
              <a:srgbClr val="F59E0B"/>
            </a:solidFill>
            <a:prstDash val="solid"/>
          </a:ln>
        </p:spPr>
      </p:sp>
      <p:sp>
        <p:nvSpPr>
          <p:cNvPr id="12" name="markdot-245"/>
          <p:cNvSpPr/>
          <p:nvPr/>
        </p:nvSpPr>
        <p:spPr>
          <a:xfrm>
            <a:off x="2869475" y="2665769"/>
            <a:ext cx="292608" cy="292608"/>
          </a:xfrm>
          <a:prstGeom prst="ellipse">
            <a:avLst/>
          </a:prstGeom>
          <a:solidFill>
            <a:srgbClr val="F59E0B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13" name="t-246"/>
          <p:cNvSpPr txBox="1"/>
          <p:nvPr/>
        </p:nvSpPr>
        <p:spPr>
          <a:xfrm>
            <a:off x="2869475" y="2665769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100" dirty="0"/>
          </a:p>
        </p:txBody>
      </p:sp>
      <p:sp>
        <p:nvSpPr>
          <p:cNvPr id="14" name="mark-247"/>
          <p:cNvSpPr/>
          <p:nvPr/>
        </p:nvSpPr>
        <p:spPr>
          <a:xfrm>
            <a:off x="4327829" y="2812073"/>
            <a:ext cx="1167796" cy="522184"/>
          </a:xfrm>
          <a:prstGeom prst="roundRect">
            <a:avLst>
              <a:gd name="adj" fmla="val 7004"/>
            </a:avLst>
          </a:prstGeom>
          <a:ln w="28575">
            <a:solidFill>
              <a:srgbClr val="F59E0B"/>
            </a:solidFill>
            <a:prstDash val="solid"/>
          </a:ln>
        </p:spPr>
      </p:sp>
      <p:sp>
        <p:nvSpPr>
          <p:cNvPr id="15" name="markdot-248"/>
          <p:cNvSpPr/>
          <p:nvPr/>
        </p:nvSpPr>
        <p:spPr>
          <a:xfrm>
            <a:off x="4181525" y="2665769"/>
            <a:ext cx="292608" cy="292608"/>
          </a:xfrm>
          <a:prstGeom prst="ellipse">
            <a:avLst/>
          </a:prstGeom>
          <a:solidFill>
            <a:srgbClr val="F59E0B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16" name="t-249"/>
          <p:cNvSpPr txBox="1"/>
          <p:nvPr/>
        </p:nvSpPr>
        <p:spPr>
          <a:xfrm>
            <a:off x="4181525" y="2665769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100" dirty="0"/>
          </a:p>
        </p:txBody>
      </p:sp>
      <p:sp>
        <p:nvSpPr>
          <p:cNvPr id="17" name="mark-250"/>
          <p:cNvSpPr/>
          <p:nvPr/>
        </p:nvSpPr>
        <p:spPr>
          <a:xfrm>
            <a:off x="3671804" y="3395206"/>
            <a:ext cx="1480189" cy="376401"/>
          </a:xfrm>
          <a:prstGeom prst="roundRect">
            <a:avLst>
              <a:gd name="adj" fmla="val 9717"/>
            </a:avLst>
          </a:prstGeom>
          <a:ln w="28575">
            <a:solidFill>
              <a:srgbClr val="F59E0B"/>
            </a:solidFill>
            <a:prstDash val="solid"/>
          </a:ln>
        </p:spPr>
      </p:sp>
      <p:sp>
        <p:nvSpPr>
          <p:cNvPr id="18" name="markdot-251"/>
          <p:cNvSpPr/>
          <p:nvPr/>
        </p:nvSpPr>
        <p:spPr>
          <a:xfrm>
            <a:off x="3525500" y="3248902"/>
            <a:ext cx="292608" cy="292608"/>
          </a:xfrm>
          <a:prstGeom prst="ellipse">
            <a:avLst/>
          </a:prstGeom>
          <a:solidFill>
            <a:srgbClr val="F59E0B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19" name="t-252"/>
          <p:cNvSpPr txBox="1"/>
          <p:nvPr/>
        </p:nvSpPr>
        <p:spPr>
          <a:xfrm>
            <a:off x="3525500" y="324890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1100" dirty="0"/>
          </a:p>
        </p:txBody>
      </p:sp>
      <p:sp>
        <p:nvSpPr>
          <p:cNvPr id="20" name="step-253"/>
          <p:cNvSpPr/>
          <p:nvPr/>
        </p:nvSpPr>
        <p:spPr>
          <a:xfrm>
            <a:off x="6766560" y="1783080"/>
            <a:ext cx="329184" cy="329184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1" name="t-254"/>
          <p:cNvSpPr txBox="1"/>
          <p:nvPr/>
        </p:nvSpPr>
        <p:spPr>
          <a:xfrm>
            <a:off x="6766560" y="178308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200" dirty="0"/>
          </a:p>
        </p:txBody>
      </p:sp>
      <p:sp>
        <p:nvSpPr>
          <p:cNvPr id="22" name="t-255"/>
          <p:cNvSpPr txBox="1"/>
          <p:nvPr/>
        </p:nvSpPr>
        <p:spPr>
          <a:xfrm>
            <a:off x="7242048" y="1737360"/>
            <a:ext cx="437083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0F1B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AASX 파일 열기</a:t>
            </a:r>
            <a:endParaRPr lang="en-US" sz="15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5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 PC의 .aasx 파일을 올려 엽니다.</a:t>
            </a:r>
            <a:endParaRPr lang="en-US" sz="1500" dirty="0"/>
          </a:p>
        </p:txBody>
      </p:sp>
      <p:sp>
        <p:nvSpPr>
          <p:cNvPr id="23" name="step-256"/>
          <p:cNvSpPr/>
          <p:nvPr/>
        </p:nvSpPr>
        <p:spPr>
          <a:xfrm>
            <a:off x="6766560" y="2788920"/>
            <a:ext cx="329184" cy="329184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4" name="t-257"/>
          <p:cNvSpPr txBox="1"/>
          <p:nvPr/>
        </p:nvSpPr>
        <p:spPr>
          <a:xfrm>
            <a:off x="6766560" y="27889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200" dirty="0"/>
          </a:p>
        </p:txBody>
      </p:sp>
      <p:sp>
        <p:nvSpPr>
          <p:cNvPr id="25" name="t-258"/>
          <p:cNvSpPr txBox="1"/>
          <p:nvPr/>
        </p:nvSpPr>
        <p:spPr>
          <a:xfrm>
            <a:off x="7242048" y="2743200"/>
            <a:ext cx="437083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0F1B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새로 만들기</a:t>
            </a:r>
            <a:endParaRPr lang="en-US" sz="15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5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빈 설비 또는 회사 · 공정 그룹을 만듭니다(4장).</a:t>
            </a:r>
            <a:endParaRPr lang="en-US" sz="1500" dirty="0"/>
          </a:p>
        </p:txBody>
      </p:sp>
      <p:sp>
        <p:nvSpPr>
          <p:cNvPr id="26" name="step-259"/>
          <p:cNvSpPr/>
          <p:nvPr/>
        </p:nvSpPr>
        <p:spPr>
          <a:xfrm>
            <a:off x="6766560" y="3794760"/>
            <a:ext cx="329184" cy="329184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7" name="t-260"/>
          <p:cNvSpPr txBox="1"/>
          <p:nvPr/>
        </p:nvSpPr>
        <p:spPr>
          <a:xfrm>
            <a:off x="6766560" y="379476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200" dirty="0"/>
          </a:p>
        </p:txBody>
      </p:sp>
      <p:sp>
        <p:nvSpPr>
          <p:cNvPr id="28" name="t-261"/>
          <p:cNvSpPr txBox="1"/>
          <p:nvPr/>
        </p:nvSpPr>
        <p:spPr>
          <a:xfrm>
            <a:off x="7242048" y="3749040"/>
            <a:ext cx="437083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0F1B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번들 열기</a:t>
            </a:r>
            <a:endParaRPr lang="en-US" sz="15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5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도구에서 내보낸 레퍼런스 번들(.zip)을 엽니다.</a:t>
            </a:r>
            <a:endParaRPr lang="en-US" sz="1500" dirty="0"/>
          </a:p>
        </p:txBody>
      </p:sp>
      <p:sp>
        <p:nvSpPr>
          <p:cNvPr id="29" name="step-262"/>
          <p:cNvSpPr/>
          <p:nvPr/>
        </p:nvSpPr>
        <p:spPr>
          <a:xfrm>
            <a:off x="6766560" y="4800600"/>
            <a:ext cx="329184" cy="329184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30" name="t-263"/>
          <p:cNvSpPr txBox="1"/>
          <p:nvPr/>
        </p:nvSpPr>
        <p:spPr>
          <a:xfrm>
            <a:off x="6766560" y="4800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1200" dirty="0"/>
          </a:p>
        </p:txBody>
      </p:sp>
      <p:sp>
        <p:nvSpPr>
          <p:cNvPr id="31" name="t-264"/>
          <p:cNvSpPr txBox="1"/>
          <p:nvPr/>
        </p:nvSpPr>
        <p:spPr>
          <a:xfrm>
            <a:off x="7242048" y="4754880"/>
            <a:ext cx="437083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0F1B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견본으로 시작하기</a:t>
            </a:r>
            <a:endParaRPr lang="en-US" sz="15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5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내용이 채워진 연습용 견본을 엽니다(회원).</a:t>
            </a:r>
            <a:endParaRPr lang="en-US" sz="1500" dirty="0"/>
          </a:p>
        </p:txBody>
      </p:sp>
      <p:sp>
        <p:nvSpPr>
          <p:cNvPr id="32" name="note-265"/>
          <p:cNvSpPr/>
          <p:nvPr/>
        </p:nvSpPr>
        <p:spPr>
          <a:xfrm>
            <a:off x="548640" y="5349240"/>
            <a:ext cx="11064240" cy="548640"/>
          </a:xfrm>
          <a:prstGeom prst="rect">
            <a:avLst/>
          </a:prstGeom>
          <a:solidFill>
            <a:srgbClr val="EEF4FF"/>
          </a:solidFill>
          <a:ln w="12700">
            <a:solidFill>
              <a:srgbClr val="EEF4FF"/>
            </a:solidFill>
            <a:prstDash val="solid"/>
          </a:ln>
        </p:spPr>
      </p:sp>
      <p:sp>
        <p:nvSpPr>
          <p:cNvPr id="33" name="notebar-266"/>
          <p:cNvSpPr/>
          <p:nvPr/>
        </p:nvSpPr>
        <p:spPr>
          <a:xfrm>
            <a:off x="548640" y="5349240"/>
            <a:ext cx="64008" cy="548640"/>
          </a:xfrm>
          <a:prstGeom prst="rect">
            <a:avLst/>
          </a:prstGeom>
          <a:solidFill>
            <a:srgbClr val="2F7CF6"/>
          </a:solidFill>
          <a:ln w="12700">
            <a:solidFill>
              <a:srgbClr val="2F7CF6"/>
            </a:solidFill>
            <a:prstDash val="solid"/>
          </a:ln>
        </p:spPr>
      </p:sp>
      <p:sp>
        <p:nvSpPr>
          <p:cNvPr id="34" name="t-267"/>
          <p:cNvSpPr txBox="1"/>
          <p:nvPr/>
        </p:nvSpPr>
        <p:spPr>
          <a:xfrm>
            <a:off x="777240" y="5349240"/>
            <a:ext cx="10698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F7C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팁  </a:t>
            </a:r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파일을 다시 올리면 사본이 하나 더 생깁니다. 작업하던 파일은 「파일 ▾ → 파일 목록」에서 고르세요.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50">
                <a:solidFill>
                  <a:srgbClr val="8A94A6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r-268"/>
          <p:cNvSpPr/>
          <p:nvPr/>
        </p:nvSpPr>
        <p:spPr>
          <a:xfrm>
            <a:off x="548640" y="329184"/>
            <a:ext cx="384048" cy="54864"/>
          </a:xfrm>
          <a:prstGeom prst="rect">
            <a:avLst/>
          </a:prstGeom>
          <a:solidFill>
            <a:srgbClr val="2F7CF6"/>
          </a:solidFill>
          <a:ln w="12700">
            <a:solidFill>
              <a:srgbClr val="2F7CF6"/>
            </a:solidFill>
            <a:prstDash val="solid"/>
          </a:ln>
        </p:spPr>
      </p:sp>
      <p:sp>
        <p:nvSpPr>
          <p:cNvPr id="3" name="t-269"/>
          <p:cNvSpPr txBox="1"/>
          <p:nvPr/>
        </p:nvSpPr>
        <p:spPr>
          <a:xfrm>
            <a:off x="1024128" y="22860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F7C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파일 열기</a:t>
            </a:r>
            <a:endParaRPr lang="en-US" sz="11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548640" y="566928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F1B2D"/>
                </a:solidFill>
              </a:rPr>
              <a:t>견본으로 시작하기</a:t>
            </a:r>
            <a:endParaRPr lang="en-US" sz="2600" dirty="0"/>
          </a:p>
        </p:txBody>
      </p:sp>
      <p:sp>
        <p:nvSpPr>
          <p:cNvPr id="5" name="t-270"/>
          <p:cNvSpPr txBox="1"/>
          <p:nvPr/>
        </p:nvSpPr>
        <p:spPr>
          <a:xfrm>
            <a:off x="548640" y="1152144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 채워진 설비 1종과 공정 구성을 열어 둘러봅니다</a:t>
            </a:r>
            <a:endParaRPr lang="en-US" sz="1400" dirty="0"/>
          </a:p>
        </p:txBody>
      </p:sp>
      <p:sp>
        <p:nvSpPr>
          <p:cNvPr id="6" name="frame-271"/>
          <p:cNvSpPr/>
          <p:nvPr/>
        </p:nvSpPr>
        <p:spPr>
          <a:xfrm>
            <a:off x="548640" y="1645920"/>
            <a:ext cx="7315200" cy="4114800"/>
          </a:xfrm>
          <a:prstGeom prst="rect">
            <a:avLst/>
          </a:prstGeom>
          <a:solidFill>
            <a:srgbClr val="0F1B2D"/>
          </a:solidFill>
          <a:ln w="9525">
            <a:solidFill>
              <a:srgbClr val="C9D2DE"/>
            </a:solidFill>
            <a:prstDash val="solid"/>
          </a:ln>
          <a:effectLst>
            <a:outerShdw sx="100000" sy="100000" kx="0" ky="0" algn="bl" rotWithShape="0" blurRad="127000" dist="38100" dir="5400000">
              <a:srgbClr val="0F1B2D">
                <a:alpha val="18000"/>
              </a:srgbClr>
            </a:outerShdw>
          </a:effectLst>
        </p:spPr>
      </p:sp>
      <p:pic>
        <p:nvPicPr>
          <p:cNvPr id="7" name="screen-272" descr="화면: a-samp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45920"/>
            <a:ext cx="7315200" cy="4114800"/>
          </a:xfrm>
          <a:prstGeom prst="rect">
            <a:avLst/>
          </a:prstGeom>
        </p:spPr>
      </p:pic>
      <p:sp>
        <p:nvSpPr>
          <p:cNvPr id="8" name="mark-273"/>
          <p:cNvSpPr/>
          <p:nvPr/>
        </p:nvSpPr>
        <p:spPr>
          <a:xfrm>
            <a:off x="1906524" y="1664208"/>
            <a:ext cx="1252728" cy="192024"/>
          </a:xfrm>
          <a:prstGeom prst="roundRect">
            <a:avLst>
              <a:gd name="adj" fmla="val 19048"/>
            </a:avLst>
          </a:prstGeom>
          <a:ln w="28575">
            <a:solidFill>
              <a:srgbClr val="F59E0B"/>
            </a:solidFill>
            <a:prstDash val="solid"/>
          </a:ln>
        </p:spPr>
      </p:sp>
      <p:sp>
        <p:nvSpPr>
          <p:cNvPr id="9" name="markdot-274"/>
          <p:cNvSpPr/>
          <p:nvPr/>
        </p:nvSpPr>
        <p:spPr>
          <a:xfrm>
            <a:off x="1760220" y="1517904"/>
            <a:ext cx="292608" cy="292608"/>
          </a:xfrm>
          <a:prstGeom prst="ellipse">
            <a:avLst/>
          </a:prstGeom>
          <a:solidFill>
            <a:srgbClr val="F59E0B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10" name="t-275"/>
          <p:cNvSpPr txBox="1"/>
          <p:nvPr/>
        </p:nvSpPr>
        <p:spPr>
          <a:xfrm>
            <a:off x="1760220" y="151790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100" dirty="0"/>
          </a:p>
        </p:txBody>
      </p:sp>
      <p:sp>
        <p:nvSpPr>
          <p:cNvPr id="11" name="mark-276"/>
          <p:cNvSpPr/>
          <p:nvPr/>
        </p:nvSpPr>
        <p:spPr>
          <a:xfrm>
            <a:off x="566928" y="2212848"/>
            <a:ext cx="1659636" cy="3529584"/>
          </a:xfrm>
          <a:prstGeom prst="roundRect">
            <a:avLst>
              <a:gd name="adj" fmla="val 2204"/>
            </a:avLst>
          </a:prstGeom>
          <a:ln w="28575">
            <a:solidFill>
              <a:srgbClr val="F59E0B"/>
            </a:solidFill>
            <a:prstDash val="solid"/>
          </a:ln>
        </p:spPr>
      </p:sp>
      <p:sp>
        <p:nvSpPr>
          <p:cNvPr id="12" name="markdot-277"/>
          <p:cNvSpPr/>
          <p:nvPr/>
        </p:nvSpPr>
        <p:spPr>
          <a:xfrm>
            <a:off x="420624" y="2066544"/>
            <a:ext cx="292608" cy="292608"/>
          </a:xfrm>
          <a:prstGeom prst="ellipse">
            <a:avLst/>
          </a:prstGeom>
          <a:solidFill>
            <a:srgbClr val="F59E0B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13" name="t-278"/>
          <p:cNvSpPr txBox="1"/>
          <p:nvPr/>
        </p:nvSpPr>
        <p:spPr>
          <a:xfrm>
            <a:off x="420624" y="206654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100" dirty="0"/>
          </a:p>
        </p:txBody>
      </p:sp>
      <p:sp>
        <p:nvSpPr>
          <p:cNvPr id="14" name="mark-279"/>
          <p:cNvSpPr/>
          <p:nvPr/>
        </p:nvSpPr>
        <p:spPr>
          <a:xfrm>
            <a:off x="3470148" y="3707892"/>
            <a:ext cx="2167128" cy="141732"/>
          </a:xfrm>
          <a:prstGeom prst="roundRect">
            <a:avLst>
              <a:gd name="adj" fmla="val 25806"/>
            </a:avLst>
          </a:prstGeom>
          <a:ln w="28575">
            <a:solidFill>
              <a:srgbClr val="F59E0B"/>
            </a:solidFill>
            <a:prstDash val="solid"/>
          </a:ln>
        </p:spPr>
      </p:sp>
      <p:sp>
        <p:nvSpPr>
          <p:cNvPr id="15" name="markdot-280"/>
          <p:cNvSpPr/>
          <p:nvPr/>
        </p:nvSpPr>
        <p:spPr>
          <a:xfrm>
            <a:off x="3323844" y="3561588"/>
            <a:ext cx="292608" cy="292608"/>
          </a:xfrm>
          <a:prstGeom prst="ellipse">
            <a:avLst/>
          </a:prstGeom>
          <a:solidFill>
            <a:srgbClr val="F59E0B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16" name="t-281"/>
          <p:cNvSpPr txBox="1"/>
          <p:nvPr/>
        </p:nvSpPr>
        <p:spPr>
          <a:xfrm>
            <a:off x="3323844" y="356158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100" dirty="0"/>
          </a:p>
        </p:txBody>
      </p:sp>
      <p:sp>
        <p:nvSpPr>
          <p:cNvPr id="17" name="step-282"/>
          <p:cNvSpPr/>
          <p:nvPr/>
        </p:nvSpPr>
        <p:spPr>
          <a:xfrm>
            <a:off x="8183880" y="1783080"/>
            <a:ext cx="329184" cy="329184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8" name="t-283"/>
          <p:cNvSpPr txBox="1"/>
          <p:nvPr/>
        </p:nvSpPr>
        <p:spPr>
          <a:xfrm>
            <a:off x="8183880" y="178308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200" dirty="0"/>
          </a:p>
        </p:txBody>
      </p:sp>
      <p:sp>
        <p:nvSpPr>
          <p:cNvPr id="19" name="t-284"/>
          <p:cNvSpPr txBox="1"/>
          <p:nvPr/>
        </p:nvSpPr>
        <p:spPr>
          <a:xfrm>
            <a:off x="8659368" y="1737360"/>
            <a:ext cx="299923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rgbClr val="0F1B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공정 파일이 먼저 열립니다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RB01 공정 → 성형공정 → 롤포밍기 ×2</a:t>
            </a:r>
            <a:endParaRPr lang="en-US" sz="1400" dirty="0"/>
          </a:p>
        </p:txBody>
      </p:sp>
      <p:sp>
        <p:nvSpPr>
          <p:cNvPr id="20" name="step-285"/>
          <p:cNvSpPr/>
          <p:nvPr/>
        </p:nvSpPr>
        <p:spPr>
          <a:xfrm>
            <a:off x="8183880" y="2971800"/>
            <a:ext cx="329184" cy="329184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1" name="t-286"/>
          <p:cNvSpPr txBox="1"/>
          <p:nvPr/>
        </p:nvSpPr>
        <p:spPr>
          <a:xfrm>
            <a:off x="8183880" y="29718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200" dirty="0"/>
          </a:p>
        </p:txBody>
      </p:sp>
      <p:sp>
        <p:nvSpPr>
          <p:cNvPr id="22" name="t-287"/>
          <p:cNvSpPr txBox="1"/>
          <p:nvPr/>
        </p:nvSpPr>
        <p:spPr>
          <a:xfrm>
            <a:off x="8659368" y="2926080"/>
            <a:ext cx="299923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rgbClr val="0F1B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트리에서 구성을 확인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회사 · 공정 · 설비가 한 트리로 보입니다.</a:t>
            </a:r>
            <a:endParaRPr lang="en-US" sz="1400" dirty="0"/>
          </a:p>
        </p:txBody>
      </p:sp>
      <p:sp>
        <p:nvSpPr>
          <p:cNvPr id="23" name="step-288"/>
          <p:cNvSpPr/>
          <p:nvPr/>
        </p:nvSpPr>
        <p:spPr>
          <a:xfrm>
            <a:off x="8183880" y="4160520"/>
            <a:ext cx="329184" cy="329184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4" name="t-289"/>
          <p:cNvSpPr txBox="1"/>
          <p:nvPr/>
        </p:nvSpPr>
        <p:spPr>
          <a:xfrm>
            <a:off x="8183880" y="41605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200" dirty="0"/>
          </a:p>
        </p:txBody>
      </p:sp>
      <p:sp>
        <p:nvSpPr>
          <p:cNvPr id="25" name="t-290"/>
          <p:cNvSpPr txBox="1"/>
          <p:nvPr/>
        </p:nvSpPr>
        <p:spPr>
          <a:xfrm>
            <a:off x="8659368" y="4114800"/>
            <a:ext cx="299923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rgbClr val="0F1B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설비를 누르면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설비 파일(RollFormingMachine_sample)이 열립니다. 자유롭게 고쳐 보세요.</a:t>
            </a:r>
            <a:endParaRPr lang="en-US" sz="1400" dirty="0"/>
          </a:p>
        </p:txBody>
      </p:sp>
      <p:sp>
        <p:nvSpPr>
          <p:cNvPr id="26" name="frame-291"/>
          <p:cNvSpPr/>
          <p:nvPr/>
        </p:nvSpPr>
        <p:spPr>
          <a:xfrm>
            <a:off x="548640" y="5833872"/>
            <a:ext cx="4303059" cy="457200"/>
          </a:xfrm>
          <a:prstGeom prst="rect">
            <a:avLst/>
          </a:prstGeom>
          <a:solidFill>
            <a:srgbClr val="0F1B2D"/>
          </a:solidFill>
          <a:ln w="9525">
            <a:solidFill>
              <a:srgbClr val="C9D2DE"/>
            </a:solidFill>
            <a:prstDash val="solid"/>
          </a:ln>
          <a:effectLst>
            <a:outerShdw sx="100000" sy="100000" kx="0" ky="0" algn="bl" rotWithShape="0" blurRad="127000" dist="38100" dir="5400000">
              <a:srgbClr val="0F1B2D">
                <a:alpha val="18000"/>
              </a:srgbClr>
            </a:outerShdw>
          </a:effectLst>
        </p:spPr>
      </p:sp>
      <p:pic>
        <p:nvPicPr>
          <p:cNvPr id="27" name="screen-292" descr="화면: b-demo-sample-locke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5833872"/>
            <a:ext cx="4303059" cy="457200"/>
          </a:xfrm>
          <a:prstGeom prst="rect">
            <a:avLst/>
          </a:prstGeom>
        </p:spPr>
      </p:pic>
      <p:sp>
        <p:nvSpPr>
          <p:cNvPr id="28" name="mark-293"/>
          <p:cNvSpPr/>
          <p:nvPr/>
        </p:nvSpPr>
        <p:spPr>
          <a:xfrm>
            <a:off x="566928" y="6046604"/>
            <a:ext cx="4266483" cy="179653"/>
          </a:xfrm>
          <a:prstGeom prst="roundRect">
            <a:avLst>
              <a:gd name="adj" fmla="val 20359"/>
            </a:avLst>
          </a:prstGeom>
          <a:ln w="28575">
            <a:solidFill>
              <a:srgbClr val="F59E0B"/>
            </a:solidFill>
            <a:prstDash val="solid"/>
          </a:ln>
        </p:spPr>
      </p:sp>
      <p:sp>
        <p:nvSpPr>
          <p:cNvPr id="29" name="markdot-294"/>
          <p:cNvSpPr/>
          <p:nvPr/>
        </p:nvSpPr>
        <p:spPr>
          <a:xfrm>
            <a:off x="420624" y="5900300"/>
            <a:ext cx="292608" cy="292608"/>
          </a:xfrm>
          <a:prstGeom prst="ellipse">
            <a:avLst/>
          </a:prstGeom>
          <a:solidFill>
            <a:srgbClr val="F59E0B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30" name="t-295"/>
          <p:cNvSpPr txBox="1"/>
          <p:nvPr/>
        </p:nvSpPr>
        <p:spPr>
          <a:xfrm>
            <a:off x="420624" y="590030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100" dirty="0"/>
          </a:p>
        </p:txBody>
      </p:sp>
      <p:sp>
        <p:nvSpPr>
          <p:cNvPr id="31" name="note-296"/>
          <p:cNvSpPr/>
          <p:nvPr/>
        </p:nvSpPr>
        <p:spPr>
          <a:xfrm>
            <a:off x="8183880" y="5669280"/>
            <a:ext cx="3474720" cy="594360"/>
          </a:xfrm>
          <a:prstGeom prst="rect">
            <a:avLst/>
          </a:prstGeom>
          <a:solidFill>
            <a:srgbClr val="FFF7E6"/>
          </a:solidFill>
          <a:ln w="12700">
            <a:solidFill>
              <a:srgbClr val="FFF7E6"/>
            </a:solidFill>
            <a:prstDash val="solid"/>
          </a:ln>
        </p:spPr>
      </p:sp>
      <p:sp>
        <p:nvSpPr>
          <p:cNvPr id="32" name="notebar-297"/>
          <p:cNvSpPr/>
          <p:nvPr/>
        </p:nvSpPr>
        <p:spPr>
          <a:xfrm>
            <a:off x="8183880" y="5669280"/>
            <a:ext cx="64008" cy="59436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33" name="t-298"/>
          <p:cNvSpPr txBox="1"/>
          <p:nvPr/>
        </p:nvSpPr>
        <p:spPr>
          <a:xfrm>
            <a:off x="8412480" y="5669280"/>
            <a:ext cx="3108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D9770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데모 계정  </a:t>
            </a:r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견본은 회원가입 후 사용할 수 있습니다.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50">
                <a:solidFill>
                  <a:srgbClr val="8A94A6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r-299"/>
          <p:cNvSpPr/>
          <p:nvPr/>
        </p:nvSpPr>
        <p:spPr>
          <a:xfrm>
            <a:off x="548640" y="329184"/>
            <a:ext cx="384048" cy="54864"/>
          </a:xfrm>
          <a:prstGeom prst="rect">
            <a:avLst/>
          </a:prstGeom>
          <a:solidFill>
            <a:srgbClr val="2F7CF6"/>
          </a:solidFill>
          <a:ln w="12700">
            <a:solidFill>
              <a:srgbClr val="2F7CF6"/>
            </a:solidFill>
            <a:prstDash val="solid"/>
          </a:ln>
        </p:spPr>
      </p:sp>
      <p:sp>
        <p:nvSpPr>
          <p:cNvPr id="3" name="t-300"/>
          <p:cNvSpPr txBox="1"/>
          <p:nvPr/>
        </p:nvSpPr>
        <p:spPr>
          <a:xfrm>
            <a:off x="1024128" y="22860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F7C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파일 열기</a:t>
            </a:r>
            <a:endParaRPr lang="en-US" sz="11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548640" y="566928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F1B2D"/>
                </a:solidFill>
              </a:rPr>
              <a:t>파일 목록</a:t>
            </a:r>
            <a:endParaRPr lang="en-US" sz="2600" dirty="0"/>
          </a:p>
        </p:txBody>
      </p:sp>
      <p:sp>
        <p:nvSpPr>
          <p:cNvPr id="5" name="t-301"/>
          <p:cNvSpPr txBox="1"/>
          <p:nvPr/>
        </p:nvSpPr>
        <p:spPr>
          <a:xfrm>
            <a:off x="548640" y="1152144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올려 둔 파일을 한눈에 보고 정리합니다</a:t>
            </a:r>
            <a:endParaRPr lang="en-US" sz="1400" dirty="0"/>
          </a:p>
        </p:txBody>
      </p:sp>
      <p:sp>
        <p:nvSpPr>
          <p:cNvPr id="6" name="frame-302"/>
          <p:cNvSpPr/>
          <p:nvPr/>
        </p:nvSpPr>
        <p:spPr>
          <a:xfrm>
            <a:off x="548640" y="2033023"/>
            <a:ext cx="6766560" cy="2060434"/>
          </a:xfrm>
          <a:prstGeom prst="rect">
            <a:avLst/>
          </a:prstGeom>
          <a:solidFill>
            <a:srgbClr val="0F1B2D"/>
          </a:solidFill>
          <a:ln w="9525">
            <a:solidFill>
              <a:srgbClr val="C9D2DE"/>
            </a:solidFill>
            <a:prstDash val="solid"/>
          </a:ln>
          <a:effectLst>
            <a:outerShdw sx="100000" sy="100000" kx="0" ky="0" algn="bl" rotWithShape="0" blurRad="127000" dist="38100" dir="5400000">
              <a:srgbClr val="0F1B2D">
                <a:alpha val="18000"/>
              </a:srgbClr>
            </a:outerShdw>
          </a:effectLst>
        </p:spPr>
      </p:sp>
      <p:pic>
        <p:nvPicPr>
          <p:cNvPr id="7" name="screen-303" descr="화면: a-file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033023"/>
            <a:ext cx="6766560" cy="2060434"/>
          </a:xfrm>
          <a:prstGeom prst="rect">
            <a:avLst/>
          </a:prstGeom>
        </p:spPr>
      </p:pic>
      <p:sp>
        <p:nvSpPr>
          <p:cNvPr id="8" name="mark-304"/>
          <p:cNvSpPr/>
          <p:nvPr/>
        </p:nvSpPr>
        <p:spPr>
          <a:xfrm>
            <a:off x="717067" y="2706537"/>
            <a:ext cx="168232" cy="168232"/>
          </a:xfrm>
          <a:prstGeom prst="roundRect">
            <a:avLst>
              <a:gd name="adj" fmla="val 21741"/>
            </a:avLst>
          </a:prstGeom>
          <a:ln w="28575">
            <a:solidFill>
              <a:srgbClr val="F59E0B"/>
            </a:solidFill>
            <a:prstDash val="solid"/>
          </a:ln>
        </p:spPr>
      </p:sp>
      <p:sp>
        <p:nvSpPr>
          <p:cNvPr id="9" name="markdot-305"/>
          <p:cNvSpPr/>
          <p:nvPr/>
        </p:nvSpPr>
        <p:spPr>
          <a:xfrm>
            <a:off x="570763" y="2560233"/>
            <a:ext cx="292608" cy="292608"/>
          </a:xfrm>
          <a:prstGeom prst="ellipse">
            <a:avLst/>
          </a:prstGeom>
          <a:solidFill>
            <a:srgbClr val="F59E0B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10" name="t-306"/>
          <p:cNvSpPr txBox="1"/>
          <p:nvPr/>
        </p:nvSpPr>
        <p:spPr>
          <a:xfrm>
            <a:off x="570763" y="2560233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100" dirty="0"/>
          </a:p>
        </p:txBody>
      </p:sp>
      <p:sp>
        <p:nvSpPr>
          <p:cNvPr id="11" name="mark-307"/>
          <p:cNvSpPr/>
          <p:nvPr/>
        </p:nvSpPr>
        <p:spPr>
          <a:xfrm>
            <a:off x="717067" y="3644556"/>
            <a:ext cx="6429705" cy="320560"/>
          </a:xfrm>
          <a:prstGeom prst="roundRect">
            <a:avLst>
              <a:gd name="adj" fmla="val 11410"/>
            </a:avLst>
          </a:prstGeom>
          <a:ln w="28575">
            <a:solidFill>
              <a:srgbClr val="F59E0B"/>
            </a:solidFill>
            <a:prstDash val="solid"/>
          </a:ln>
        </p:spPr>
      </p:sp>
      <p:sp>
        <p:nvSpPr>
          <p:cNvPr id="12" name="markdot-308"/>
          <p:cNvSpPr/>
          <p:nvPr/>
        </p:nvSpPr>
        <p:spPr>
          <a:xfrm>
            <a:off x="570763" y="3498252"/>
            <a:ext cx="292608" cy="292608"/>
          </a:xfrm>
          <a:prstGeom prst="ellipse">
            <a:avLst/>
          </a:prstGeom>
          <a:solidFill>
            <a:srgbClr val="F59E0B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13" name="t-309"/>
          <p:cNvSpPr txBox="1"/>
          <p:nvPr/>
        </p:nvSpPr>
        <p:spPr>
          <a:xfrm>
            <a:off x="570763" y="349825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100" dirty="0"/>
          </a:p>
        </p:txBody>
      </p:sp>
      <p:sp>
        <p:nvSpPr>
          <p:cNvPr id="14" name="step-310"/>
          <p:cNvSpPr/>
          <p:nvPr/>
        </p:nvSpPr>
        <p:spPr>
          <a:xfrm>
            <a:off x="7680960" y="1783080"/>
            <a:ext cx="329184" cy="329184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5" name="t-311"/>
          <p:cNvSpPr txBox="1"/>
          <p:nvPr/>
        </p:nvSpPr>
        <p:spPr>
          <a:xfrm>
            <a:off x="7680960" y="178308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200" dirty="0"/>
          </a:p>
        </p:txBody>
      </p:sp>
      <p:sp>
        <p:nvSpPr>
          <p:cNvPr id="16" name="t-312"/>
          <p:cNvSpPr txBox="1"/>
          <p:nvPr/>
        </p:nvSpPr>
        <p:spPr>
          <a:xfrm>
            <a:off x="8156448" y="1737360"/>
            <a:ext cx="345643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0F1B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파일 ▾ → 파일 목록</a:t>
            </a:r>
            <a:endParaRPr lang="en-US" sz="15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5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파일 이름을 누르면 바로 열립니다. 체크해서 여러 개를 고를 수 있습니다.</a:t>
            </a:r>
            <a:endParaRPr lang="en-US" sz="1500" dirty="0"/>
          </a:p>
        </p:txBody>
      </p:sp>
      <p:sp>
        <p:nvSpPr>
          <p:cNvPr id="17" name="step-313"/>
          <p:cNvSpPr/>
          <p:nvPr/>
        </p:nvSpPr>
        <p:spPr>
          <a:xfrm>
            <a:off x="7680960" y="3108960"/>
            <a:ext cx="329184" cy="329184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8" name="t-314"/>
          <p:cNvSpPr txBox="1"/>
          <p:nvPr/>
        </p:nvSpPr>
        <p:spPr>
          <a:xfrm>
            <a:off x="7680960" y="310896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200" dirty="0"/>
          </a:p>
        </p:txBody>
      </p:sp>
      <p:sp>
        <p:nvSpPr>
          <p:cNvPr id="19" name="t-315"/>
          <p:cNvSpPr txBox="1"/>
          <p:nvPr/>
        </p:nvSpPr>
        <p:spPr>
          <a:xfrm>
            <a:off x="8156448" y="3063240"/>
            <a:ext cx="345643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0F1B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고른 파일 지우기</a:t>
            </a:r>
            <a:endParaRPr lang="en-US" sz="15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5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서버에서 지웁니다. 되돌릴 수 없으니 필요한 파일은 먼저 내려받으세요.</a:t>
            </a:r>
            <a:endParaRPr lang="en-US" sz="1500" dirty="0"/>
          </a:p>
        </p:txBody>
      </p:sp>
      <p:sp>
        <p:nvSpPr>
          <p:cNvPr id="20" name="note-316"/>
          <p:cNvSpPr/>
          <p:nvPr/>
        </p:nvSpPr>
        <p:spPr>
          <a:xfrm>
            <a:off x="548640" y="4754880"/>
            <a:ext cx="11064240" cy="548640"/>
          </a:xfrm>
          <a:prstGeom prst="rect">
            <a:avLst/>
          </a:prstGeom>
          <a:solidFill>
            <a:srgbClr val="FFF7E6"/>
          </a:solidFill>
          <a:ln w="12700">
            <a:solidFill>
              <a:srgbClr val="FFF7E6"/>
            </a:solidFill>
            <a:prstDash val="solid"/>
          </a:ln>
        </p:spPr>
      </p:sp>
      <p:sp>
        <p:nvSpPr>
          <p:cNvPr id="21" name="notebar-317"/>
          <p:cNvSpPr/>
          <p:nvPr/>
        </p:nvSpPr>
        <p:spPr>
          <a:xfrm>
            <a:off x="548640" y="4754880"/>
            <a:ext cx="64008" cy="54864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22" name="t-318"/>
          <p:cNvSpPr txBox="1"/>
          <p:nvPr/>
        </p:nvSpPr>
        <p:spPr>
          <a:xfrm>
            <a:off x="777240" y="4754880"/>
            <a:ext cx="10698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D9770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주의  </a:t>
            </a:r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삭제한 파일은 복구할 수 없습니다. 이미 내려받은 .aasx 파일은 내 PC에 그대로 남습니다.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50">
                <a:solidFill>
                  <a:srgbClr val="8A94A6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-319"/>
          <p:cNvSpPr txBox="1"/>
          <p:nvPr/>
        </p:nvSpPr>
        <p:spPr>
          <a:xfrm>
            <a:off x="731520" y="2148840"/>
            <a:ext cx="14630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2F7C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04</a:t>
            </a:r>
            <a:endParaRPr lang="en-US" sz="6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2286000" y="2331720"/>
            <a:ext cx="8961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</a:rPr>
              <a:t>만들고 고치기</a:t>
            </a:r>
            <a:endParaRPr lang="en-US" sz="3800" dirty="0"/>
          </a:p>
        </p:txBody>
      </p:sp>
      <p:sp>
        <p:nvSpPr>
          <p:cNvPr id="4" name="t-320"/>
          <p:cNvSpPr txBox="1"/>
          <p:nvPr/>
        </p:nvSpPr>
        <p:spPr>
          <a:xfrm>
            <a:off x="2286000" y="3246120"/>
            <a:ext cx="8961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9CC2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새로 만들기 · 값 고치기 · 가져오기 · 이력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2286000" y="3977640"/>
            <a:ext cx="8961120" cy="0"/>
          </a:xfrm>
          <a:prstGeom prst="line">
            <a:avLst/>
          </a:prstGeom>
          <a:noFill/>
          <a:ln w="12700">
            <a:solidFill>
              <a:srgbClr val="2B3A52"/>
            </a:solidFill>
            <a:prstDash val="solid"/>
          </a:ln>
        </p:spPr>
      </p:sp>
      <p:sp>
        <p:nvSpPr>
          <p:cNvPr id="6" name="t-321"/>
          <p:cNvSpPr txBox="1"/>
          <p:nvPr/>
        </p:nvSpPr>
        <p:spPr>
          <a:xfrm>
            <a:off x="2286000" y="4160520"/>
            <a:ext cx="8961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400" dirty="0">
                <a:solidFill>
                  <a:srgbClr val="C9D4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필수 서브모델이 갖춰진 뼈대로 시작합니다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400" dirty="0">
                <a:solidFill>
                  <a:srgbClr val="C9D4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값은 하나씩 또는 표로 한꺼번에 고칩니다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400" dirty="0">
                <a:solidFill>
                  <a:srgbClr val="C9D4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견본에서 서브모델을 통째로 가져오면 빠릅니다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CC2FF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r-322"/>
          <p:cNvSpPr/>
          <p:nvPr/>
        </p:nvSpPr>
        <p:spPr>
          <a:xfrm>
            <a:off x="548640" y="329184"/>
            <a:ext cx="384048" cy="54864"/>
          </a:xfrm>
          <a:prstGeom prst="rect">
            <a:avLst/>
          </a:prstGeom>
          <a:solidFill>
            <a:srgbClr val="2F7CF6"/>
          </a:solidFill>
          <a:ln w="12700">
            <a:solidFill>
              <a:srgbClr val="2F7CF6"/>
            </a:solidFill>
            <a:prstDash val="solid"/>
          </a:ln>
        </p:spPr>
      </p:sp>
      <p:sp>
        <p:nvSpPr>
          <p:cNvPr id="3" name="t-323"/>
          <p:cNvSpPr txBox="1"/>
          <p:nvPr/>
        </p:nvSpPr>
        <p:spPr>
          <a:xfrm>
            <a:off x="1024128" y="22860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F7C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만들고 고치기</a:t>
            </a:r>
            <a:endParaRPr lang="en-US" sz="11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548640" y="566928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F1B2D"/>
                </a:solidFill>
              </a:rPr>
              <a:t>새로 만들기</a:t>
            </a:r>
            <a:endParaRPr lang="en-US" sz="2600" dirty="0"/>
          </a:p>
        </p:txBody>
      </p:sp>
      <p:sp>
        <p:nvSpPr>
          <p:cNvPr id="5" name="t-324"/>
          <p:cNvSpPr txBox="1"/>
          <p:nvPr/>
        </p:nvSpPr>
        <p:spPr>
          <a:xfrm>
            <a:off x="548640" y="1152144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파일 ▾ → 새로 만들기</a:t>
            </a:r>
            <a:endParaRPr lang="en-US" sz="1400" dirty="0"/>
          </a:p>
        </p:txBody>
      </p:sp>
      <p:sp>
        <p:nvSpPr>
          <p:cNvPr id="6" name="frame-325"/>
          <p:cNvSpPr/>
          <p:nvPr/>
        </p:nvSpPr>
        <p:spPr>
          <a:xfrm>
            <a:off x="1054977" y="1645920"/>
            <a:ext cx="5022366" cy="4617720"/>
          </a:xfrm>
          <a:prstGeom prst="rect">
            <a:avLst/>
          </a:prstGeom>
          <a:solidFill>
            <a:srgbClr val="0F1B2D"/>
          </a:solidFill>
          <a:ln w="9525">
            <a:solidFill>
              <a:srgbClr val="C9D2DE"/>
            </a:solidFill>
            <a:prstDash val="solid"/>
          </a:ln>
          <a:effectLst>
            <a:outerShdw sx="100000" sy="100000" kx="0" ky="0" algn="bl" rotWithShape="0" blurRad="127000" dist="38100" dir="5400000">
              <a:srgbClr val="0F1B2D">
                <a:alpha val="18000"/>
              </a:srgbClr>
            </a:outerShdw>
          </a:effectLst>
        </p:spPr>
      </p:sp>
      <p:pic>
        <p:nvPicPr>
          <p:cNvPr id="7" name="screen-326" descr="화면: a-new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4977" y="1645920"/>
            <a:ext cx="5022366" cy="4617720"/>
          </a:xfrm>
          <a:prstGeom prst="rect">
            <a:avLst/>
          </a:prstGeom>
        </p:spPr>
      </p:pic>
      <p:sp>
        <p:nvSpPr>
          <p:cNvPr id="8" name="mark-327"/>
          <p:cNvSpPr/>
          <p:nvPr/>
        </p:nvSpPr>
        <p:spPr>
          <a:xfrm>
            <a:off x="1141987" y="1899548"/>
            <a:ext cx="4848347" cy="254429"/>
          </a:xfrm>
          <a:prstGeom prst="roundRect">
            <a:avLst>
              <a:gd name="adj" fmla="val 14376"/>
            </a:avLst>
          </a:prstGeom>
          <a:ln w="28575">
            <a:solidFill>
              <a:srgbClr val="F59E0B"/>
            </a:solidFill>
            <a:prstDash val="solid"/>
          </a:ln>
        </p:spPr>
      </p:sp>
      <p:sp>
        <p:nvSpPr>
          <p:cNvPr id="9" name="markdot-328"/>
          <p:cNvSpPr/>
          <p:nvPr/>
        </p:nvSpPr>
        <p:spPr>
          <a:xfrm>
            <a:off x="995683" y="1753244"/>
            <a:ext cx="292608" cy="292608"/>
          </a:xfrm>
          <a:prstGeom prst="ellipse">
            <a:avLst/>
          </a:prstGeom>
          <a:solidFill>
            <a:srgbClr val="F59E0B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10" name="t-329"/>
          <p:cNvSpPr txBox="1"/>
          <p:nvPr/>
        </p:nvSpPr>
        <p:spPr>
          <a:xfrm>
            <a:off x="995683" y="175324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100" dirty="0"/>
          </a:p>
        </p:txBody>
      </p:sp>
      <p:sp>
        <p:nvSpPr>
          <p:cNvPr id="11" name="mark-330"/>
          <p:cNvSpPr/>
          <p:nvPr/>
        </p:nvSpPr>
        <p:spPr>
          <a:xfrm>
            <a:off x="1141987" y="2649333"/>
            <a:ext cx="4848347" cy="242528"/>
          </a:xfrm>
          <a:prstGeom prst="roundRect">
            <a:avLst>
              <a:gd name="adj" fmla="val 15081"/>
            </a:avLst>
          </a:prstGeom>
          <a:ln w="28575">
            <a:solidFill>
              <a:srgbClr val="F59E0B"/>
            </a:solidFill>
            <a:prstDash val="solid"/>
          </a:ln>
        </p:spPr>
      </p:sp>
      <p:sp>
        <p:nvSpPr>
          <p:cNvPr id="12" name="markdot-331"/>
          <p:cNvSpPr/>
          <p:nvPr/>
        </p:nvSpPr>
        <p:spPr>
          <a:xfrm>
            <a:off x="995683" y="2503029"/>
            <a:ext cx="292608" cy="292608"/>
          </a:xfrm>
          <a:prstGeom prst="ellipse">
            <a:avLst/>
          </a:prstGeom>
          <a:solidFill>
            <a:srgbClr val="F59E0B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13" name="t-332"/>
          <p:cNvSpPr txBox="1"/>
          <p:nvPr/>
        </p:nvSpPr>
        <p:spPr>
          <a:xfrm>
            <a:off x="995683" y="2503029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100" dirty="0"/>
          </a:p>
        </p:txBody>
      </p:sp>
      <p:sp>
        <p:nvSpPr>
          <p:cNvPr id="14" name="mark-333"/>
          <p:cNvSpPr/>
          <p:nvPr/>
        </p:nvSpPr>
        <p:spPr>
          <a:xfrm>
            <a:off x="1219345" y="3143238"/>
            <a:ext cx="4693629" cy="641223"/>
          </a:xfrm>
          <a:prstGeom prst="roundRect">
            <a:avLst>
              <a:gd name="adj" fmla="val 5704"/>
            </a:avLst>
          </a:prstGeom>
          <a:ln w="28575">
            <a:solidFill>
              <a:srgbClr val="F59E0B"/>
            </a:solidFill>
            <a:prstDash val="solid"/>
          </a:ln>
        </p:spPr>
      </p:sp>
      <p:sp>
        <p:nvSpPr>
          <p:cNvPr id="15" name="markdot-334"/>
          <p:cNvSpPr/>
          <p:nvPr/>
        </p:nvSpPr>
        <p:spPr>
          <a:xfrm>
            <a:off x="1073041" y="2996934"/>
            <a:ext cx="292608" cy="292608"/>
          </a:xfrm>
          <a:prstGeom prst="ellipse">
            <a:avLst/>
          </a:prstGeom>
          <a:solidFill>
            <a:srgbClr val="F59E0B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16" name="t-335"/>
          <p:cNvSpPr txBox="1"/>
          <p:nvPr/>
        </p:nvSpPr>
        <p:spPr>
          <a:xfrm>
            <a:off x="1073041" y="299693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100" dirty="0"/>
          </a:p>
        </p:txBody>
      </p:sp>
      <p:sp>
        <p:nvSpPr>
          <p:cNvPr id="17" name="mark-336"/>
          <p:cNvSpPr/>
          <p:nvPr/>
        </p:nvSpPr>
        <p:spPr>
          <a:xfrm>
            <a:off x="1219345" y="3958480"/>
            <a:ext cx="4693629" cy="1087523"/>
          </a:xfrm>
          <a:prstGeom prst="roundRect">
            <a:avLst>
              <a:gd name="adj" fmla="val 3363"/>
            </a:avLst>
          </a:prstGeom>
          <a:ln w="28575">
            <a:solidFill>
              <a:srgbClr val="F59E0B"/>
            </a:solidFill>
            <a:prstDash val="solid"/>
          </a:ln>
        </p:spPr>
      </p:sp>
      <p:sp>
        <p:nvSpPr>
          <p:cNvPr id="18" name="markdot-337"/>
          <p:cNvSpPr/>
          <p:nvPr/>
        </p:nvSpPr>
        <p:spPr>
          <a:xfrm>
            <a:off x="1073041" y="3812176"/>
            <a:ext cx="292608" cy="292608"/>
          </a:xfrm>
          <a:prstGeom prst="ellipse">
            <a:avLst/>
          </a:prstGeom>
          <a:solidFill>
            <a:srgbClr val="F59E0B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19" name="t-338"/>
          <p:cNvSpPr txBox="1"/>
          <p:nvPr/>
        </p:nvSpPr>
        <p:spPr>
          <a:xfrm>
            <a:off x="1073041" y="381217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1100" dirty="0"/>
          </a:p>
        </p:txBody>
      </p:sp>
      <p:sp>
        <p:nvSpPr>
          <p:cNvPr id="20" name="step-339"/>
          <p:cNvSpPr/>
          <p:nvPr/>
        </p:nvSpPr>
        <p:spPr>
          <a:xfrm>
            <a:off x="6949440" y="1783080"/>
            <a:ext cx="329184" cy="329184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1" name="t-340"/>
          <p:cNvSpPr txBox="1"/>
          <p:nvPr/>
        </p:nvSpPr>
        <p:spPr>
          <a:xfrm>
            <a:off x="6949440" y="178308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200" dirty="0"/>
          </a:p>
        </p:txBody>
      </p:sp>
      <p:sp>
        <p:nvSpPr>
          <p:cNvPr id="22" name="t-341"/>
          <p:cNvSpPr txBox="1"/>
          <p:nvPr/>
        </p:nvSpPr>
        <p:spPr>
          <a:xfrm>
            <a:off x="7424928" y="1737360"/>
            <a:ext cx="418795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0F1B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종류 고르기</a:t>
            </a:r>
            <a:endParaRPr lang="en-US" sz="15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5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설비(한 대) 또는 그룹(회사 · 공정)</a:t>
            </a:r>
            <a:endParaRPr lang="en-US" sz="1500" dirty="0"/>
          </a:p>
        </p:txBody>
      </p:sp>
      <p:sp>
        <p:nvSpPr>
          <p:cNvPr id="23" name="step-342"/>
          <p:cNvSpPr/>
          <p:nvPr/>
        </p:nvSpPr>
        <p:spPr>
          <a:xfrm>
            <a:off x="6949440" y="2834640"/>
            <a:ext cx="329184" cy="329184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4" name="t-343"/>
          <p:cNvSpPr txBox="1"/>
          <p:nvPr/>
        </p:nvSpPr>
        <p:spPr>
          <a:xfrm>
            <a:off x="6949440" y="283464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200" dirty="0"/>
          </a:p>
        </p:txBody>
      </p:sp>
      <p:sp>
        <p:nvSpPr>
          <p:cNvPr id="25" name="t-344"/>
          <p:cNvSpPr txBox="1"/>
          <p:nvPr/>
        </p:nvSpPr>
        <p:spPr>
          <a:xfrm>
            <a:off x="7424928" y="2788920"/>
            <a:ext cx="418795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0F1B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설비 이름</a:t>
            </a:r>
            <a:endParaRPr lang="en-US" sz="15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5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영문으로 시작하고 영문 · 숫자 · 밑줄만 씁니다. 이 이름이 id에 들어갑니다.</a:t>
            </a:r>
            <a:endParaRPr lang="en-US" sz="1500" dirty="0"/>
          </a:p>
        </p:txBody>
      </p:sp>
      <p:sp>
        <p:nvSpPr>
          <p:cNvPr id="26" name="step-345"/>
          <p:cNvSpPr/>
          <p:nvPr/>
        </p:nvSpPr>
        <p:spPr>
          <a:xfrm>
            <a:off x="6949440" y="3886200"/>
            <a:ext cx="329184" cy="329184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7" name="t-346"/>
          <p:cNvSpPr txBox="1"/>
          <p:nvPr/>
        </p:nvSpPr>
        <p:spPr>
          <a:xfrm>
            <a:off x="6949440" y="38862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200" dirty="0"/>
          </a:p>
        </p:txBody>
      </p:sp>
      <p:sp>
        <p:nvSpPr>
          <p:cNvPr id="28" name="t-347"/>
          <p:cNvSpPr txBox="1"/>
          <p:nvPr/>
        </p:nvSpPr>
        <p:spPr>
          <a:xfrm>
            <a:off x="7424928" y="3840480"/>
            <a:ext cx="418795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0F1B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필수 서브모델 4종</a:t>
            </a:r>
            <a:endParaRPr lang="en-US" sz="15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5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명판 · 인계 문서 · 기술 사양 · 운전 데이터 — 자동으로 들어갑니다.</a:t>
            </a:r>
            <a:endParaRPr lang="en-US" sz="1500" dirty="0"/>
          </a:p>
        </p:txBody>
      </p:sp>
      <p:sp>
        <p:nvSpPr>
          <p:cNvPr id="29" name="step-348"/>
          <p:cNvSpPr/>
          <p:nvPr/>
        </p:nvSpPr>
        <p:spPr>
          <a:xfrm>
            <a:off x="6949440" y="4937760"/>
            <a:ext cx="329184" cy="329184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30" name="t-349"/>
          <p:cNvSpPr txBox="1"/>
          <p:nvPr/>
        </p:nvSpPr>
        <p:spPr>
          <a:xfrm>
            <a:off x="6949440" y="493776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1200" dirty="0"/>
          </a:p>
        </p:txBody>
      </p:sp>
      <p:sp>
        <p:nvSpPr>
          <p:cNvPr id="31" name="t-350"/>
          <p:cNvSpPr txBox="1"/>
          <p:nvPr/>
        </p:nvSpPr>
        <p:spPr>
          <a:xfrm>
            <a:off x="7424928" y="4892040"/>
            <a:ext cx="418795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0F1B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선택 서브모델</a:t>
            </a:r>
            <a:endParaRPr lang="en-US" sz="15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5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필요한 것만 체크합니다. 만든 뒤에도 추가할 수 있습니다.</a:t>
            </a:r>
            <a:endParaRPr lang="en-US" sz="1500" dirty="0"/>
          </a:p>
        </p:txBody>
      </p:sp>
      <p:sp>
        <p:nvSpPr>
          <p:cNvPr id="32" name="note-351"/>
          <p:cNvSpPr/>
          <p:nvPr/>
        </p:nvSpPr>
        <p:spPr>
          <a:xfrm>
            <a:off x="6949440" y="5623560"/>
            <a:ext cx="4663440" cy="640080"/>
          </a:xfrm>
          <a:prstGeom prst="rect">
            <a:avLst/>
          </a:prstGeom>
          <a:solidFill>
            <a:srgbClr val="EEF4FF"/>
          </a:solidFill>
          <a:ln w="12700">
            <a:solidFill>
              <a:srgbClr val="EEF4FF"/>
            </a:solidFill>
            <a:prstDash val="solid"/>
          </a:ln>
        </p:spPr>
      </p:sp>
      <p:sp>
        <p:nvSpPr>
          <p:cNvPr id="33" name="notebar-352"/>
          <p:cNvSpPr/>
          <p:nvPr/>
        </p:nvSpPr>
        <p:spPr>
          <a:xfrm>
            <a:off x="6949440" y="5623560"/>
            <a:ext cx="64008" cy="640080"/>
          </a:xfrm>
          <a:prstGeom prst="rect">
            <a:avLst/>
          </a:prstGeom>
          <a:solidFill>
            <a:srgbClr val="2F7CF6"/>
          </a:solidFill>
          <a:ln w="12700">
            <a:solidFill>
              <a:srgbClr val="2F7CF6"/>
            </a:solidFill>
            <a:prstDash val="solid"/>
          </a:ln>
        </p:spPr>
      </p:sp>
      <p:sp>
        <p:nvSpPr>
          <p:cNvPr id="34" name="t-353"/>
          <p:cNvSpPr txBox="1"/>
          <p:nvPr/>
        </p:nvSpPr>
        <p:spPr>
          <a:xfrm>
            <a:off x="7178040" y="5623560"/>
            <a:ext cx="4297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F7C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팁  </a:t>
            </a:r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서브모델은 비어 있는 상태로 만들어집니다. 「다른 파일에서 가져오기」로 채우면 빠릅니다.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50">
                <a:solidFill>
                  <a:srgbClr val="8A94A6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r-354"/>
          <p:cNvSpPr/>
          <p:nvPr/>
        </p:nvSpPr>
        <p:spPr>
          <a:xfrm>
            <a:off x="548640" y="329184"/>
            <a:ext cx="384048" cy="54864"/>
          </a:xfrm>
          <a:prstGeom prst="rect">
            <a:avLst/>
          </a:prstGeom>
          <a:solidFill>
            <a:srgbClr val="2F7CF6"/>
          </a:solidFill>
          <a:ln w="12700">
            <a:solidFill>
              <a:srgbClr val="2F7CF6"/>
            </a:solidFill>
            <a:prstDash val="solid"/>
          </a:ln>
        </p:spPr>
      </p:sp>
      <p:sp>
        <p:nvSpPr>
          <p:cNvPr id="3" name="t-355"/>
          <p:cNvSpPr txBox="1"/>
          <p:nvPr/>
        </p:nvSpPr>
        <p:spPr>
          <a:xfrm>
            <a:off x="1024128" y="22860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F7C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만들고 고치기</a:t>
            </a:r>
            <a:endParaRPr lang="en-US" sz="11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548640" y="566928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F1B2D"/>
                </a:solidFill>
              </a:rPr>
              <a:t>값 고치기</a:t>
            </a:r>
            <a:endParaRPr lang="en-US" sz="2600" dirty="0"/>
          </a:p>
        </p:txBody>
      </p:sp>
      <p:sp>
        <p:nvSpPr>
          <p:cNvPr id="5" name="t-356"/>
          <p:cNvSpPr txBox="1"/>
          <p:nvPr/>
        </p:nvSpPr>
        <p:spPr>
          <a:xfrm>
            <a:off x="548640" y="1152144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왼쪽 트리에서 요소를 고르면 가운데에서 고칠 수 있습니다</a:t>
            </a:r>
            <a:endParaRPr lang="en-US" sz="1400" dirty="0"/>
          </a:p>
        </p:txBody>
      </p:sp>
      <p:sp>
        <p:nvSpPr>
          <p:cNvPr id="6" name="frame-357"/>
          <p:cNvSpPr/>
          <p:nvPr/>
        </p:nvSpPr>
        <p:spPr>
          <a:xfrm>
            <a:off x="792242" y="1645920"/>
            <a:ext cx="2164556" cy="4617720"/>
          </a:xfrm>
          <a:prstGeom prst="rect">
            <a:avLst/>
          </a:prstGeom>
          <a:solidFill>
            <a:srgbClr val="0F1B2D"/>
          </a:solidFill>
          <a:ln w="9525">
            <a:solidFill>
              <a:srgbClr val="C9D2DE"/>
            </a:solidFill>
            <a:prstDash val="solid"/>
          </a:ln>
          <a:effectLst>
            <a:outerShdw sx="100000" sy="100000" kx="0" ky="0" algn="bl" rotWithShape="0" blurRad="127000" dist="38100" dir="5400000">
              <a:srgbClr val="0F1B2D">
                <a:alpha val="18000"/>
              </a:srgbClr>
            </a:outerShdw>
          </a:effectLst>
        </p:spPr>
      </p:sp>
      <p:pic>
        <p:nvPicPr>
          <p:cNvPr id="7" name="screen-358" descr="화면: a-tre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2242" y="1645920"/>
            <a:ext cx="2164556" cy="4617720"/>
          </a:xfrm>
          <a:prstGeom prst="rect">
            <a:avLst/>
          </a:prstGeom>
        </p:spPr>
      </p:pic>
      <p:sp>
        <p:nvSpPr>
          <p:cNvPr id="8" name="frame-359"/>
          <p:cNvSpPr/>
          <p:nvPr/>
        </p:nvSpPr>
        <p:spPr>
          <a:xfrm>
            <a:off x="3429000" y="2285669"/>
            <a:ext cx="4023360" cy="3338223"/>
          </a:xfrm>
          <a:prstGeom prst="rect">
            <a:avLst/>
          </a:prstGeom>
          <a:solidFill>
            <a:srgbClr val="0F1B2D"/>
          </a:solidFill>
          <a:ln w="9525">
            <a:solidFill>
              <a:srgbClr val="C9D2DE"/>
            </a:solidFill>
            <a:prstDash val="solid"/>
          </a:ln>
          <a:effectLst>
            <a:outerShdw sx="100000" sy="100000" kx="0" ky="0" algn="bl" rotWithShape="0" blurRad="127000" dist="38100" dir="5400000">
              <a:srgbClr val="0F1B2D">
                <a:alpha val="18000"/>
              </a:srgbClr>
            </a:outerShdw>
          </a:effectLst>
        </p:spPr>
      </p:sp>
      <p:pic>
        <p:nvPicPr>
          <p:cNvPr id="9" name="screen-360" descr="화면: a-elemen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0" y="2285669"/>
            <a:ext cx="4023360" cy="3338223"/>
          </a:xfrm>
          <a:prstGeom prst="rect">
            <a:avLst/>
          </a:prstGeom>
        </p:spPr>
      </p:pic>
      <p:sp>
        <p:nvSpPr>
          <p:cNvPr id="10" name="mark-361"/>
          <p:cNvSpPr/>
          <p:nvPr/>
        </p:nvSpPr>
        <p:spPr>
          <a:xfrm>
            <a:off x="3455306" y="3288659"/>
            <a:ext cx="3970749" cy="428443"/>
          </a:xfrm>
          <a:prstGeom prst="roundRect">
            <a:avLst>
              <a:gd name="adj" fmla="val 8537"/>
            </a:avLst>
          </a:prstGeom>
          <a:ln w="28575">
            <a:solidFill>
              <a:srgbClr val="F59E0B"/>
            </a:solidFill>
            <a:prstDash val="solid"/>
          </a:ln>
        </p:spPr>
      </p:sp>
      <p:sp>
        <p:nvSpPr>
          <p:cNvPr id="11" name="markdot-362"/>
          <p:cNvSpPr/>
          <p:nvPr/>
        </p:nvSpPr>
        <p:spPr>
          <a:xfrm>
            <a:off x="3309002" y="3142355"/>
            <a:ext cx="292608" cy="292608"/>
          </a:xfrm>
          <a:prstGeom prst="ellipse">
            <a:avLst/>
          </a:prstGeom>
          <a:solidFill>
            <a:srgbClr val="F59E0B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12" name="t-363"/>
          <p:cNvSpPr txBox="1"/>
          <p:nvPr/>
        </p:nvSpPr>
        <p:spPr>
          <a:xfrm>
            <a:off x="3309002" y="3142355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100" dirty="0"/>
          </a:p>
        </p:txBody>
      </p:sp>
      <p:sp>
        <p:nvSpPr>
          <p:cNvPr id="13" name="mark-364"/>
          <p:cNvSpPr/>
          <p:nvPr/>
        </p:nvSpPr>
        <p:spPr>
          <a:xfrm>
            <a:off x="3455306" y="3682249"/>
            <a:ext cx="423584" cy="229218"/>
          </a:xfrm>
          <a:prstGeom prst="roundRect">
            <a:avLst>
              <a:gd name="adj" fmla="val 15957"/>
            </a:avLst>
          </a:prstGeom>
          <a:ln w="28575">
            <a:solidFill>
              <a:srgbClr val="F59E0B"/>
            </a:solidFill>
            <a:prstDash val="solid"/>
          </a:ln>
        </p:spPr>
      </p:sp>
      <p:sp>
        <p:nvSpPr>
          <p:cNvPr id="14" name="markdot-365"/>
          <p:cNvSpPr/>
          <p:nvPr/>
        </p:nvSpPr>
        <p:spPr>
          <a:xfrm>
            <a:off x="3309002" y="3535945"/>
            <a:ext cx="292608" cy="292608"/>
          </a:xfrm>
          <a:prstGeom prst="ellipse">
            <a:avLst/>
          </a:prstGeom>
          <a:solidFill>
            <a:srgbClr val="F59E0B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15" name="t-366"/>
          <p:cNvSpPr txBox="1"/>
          <p:nvPr/>
        </p:nvSpPr>
        <p:spPr>
          <a:xfrm>
            <a:off x="3309002" y="3535945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100" dirty="0"/>
          </a:p>
        </p:txBody>
      </p:sp>
      <p:sp>
        <p:nvSpPr>
          <p:cNvPr id="16" name="mark-367"/>
          <p:cNvSpPr/>
          <p:nvPr/>
        </p:nvSpPr>
        <p:spPr>
          <a:xfrm>
            <a:off x="3455306" y="4270204"/>
            <a:ext cx="530485" cy="219500"/>
          </a:xfrm>
          <a:prstGeom prst="roundRect">
            <a:avLst>
              <a:gd name="adj" fmla="val 16663"/>
            </a:avLst>
          </a:prstGeom>
          <a:ln w="28575">
            <a:solidFill>
              <a:srgbClr val="F59E0B"/>
            </a:solidFill>
            <a:prstDash val="solid"/>
          </a:ln>
        </p:spPr>
      </p:sp>
      <p:sp>
        <p:nvSpPr>
          <p:cNvPr id="17" name="markdot-368"/>
          <p:cNvSpPr/>
          <p:nvPr/>
        </p:nvSpPr>
        <p:spPr>
          <a:xfrm>
            <a:off x="3309002" y="4123900"/>
            <a:ext cx="292608" cy="292608"/>
          </a:xfrm>
          <a:prstGeom prst="ellipse">
            <a:avLst/>
          </a:prstGeom>
          <a:solidFill>
            <a:srgbClr val="F59E0B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18" name="t-369"/>
          <p:cNvSpPr txBox="1"/>
          <p:nvPr/>
        </p:nvSpPr>
        <p:spPr>
          <a:xfrm>
            <a:off x="3309002" y="412390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100" dirty="0"/>
          </a:p>
        </p:txBody>
      </p:sp>
      <p:sp>
        <p:nvSpPr>
          <p:cNvPr id="19" name="mark-370"/>
          <p:cNvSpPr/>
          <p:nvPr/>
        </p:nvSpPr>
        <p:spPr>
          <a:xfrm>
            <a:off x="3455306" y="4969919"/>
            <a:ext cx="651963" cy="219500"/>
          </a:xfrm>
          <a:prstGeom prst="roundRect">
            <a:avLst>
              <a:gd name="adj" fmla="val 16663"/>
            </a:avLst>
          </a:prstGeom>
          <a:ln w="28575">
            <a:solidFill>
              <a:srgbClr val="F59E0B"/>
            </a:solidFill>
            <a:prstDash val="solid"/>
          </a:ln>
        </p:spPr>
      </p:sp>
      <p:sp>
        <p:nvSpPr>
          <p:cNvPr id="20" name="markdot-371"/>
          <p:cNvSpPr/>
          <p:nvPr/>
        </p:nvSpPr>
        <p:spPr>
          <a:xfrm>
            <a:off x="3309002" y="4823615"/>
            <a:ext cx="292608" cy="292608"/>
          </a:xfrm>
          <a:prstGeom prst="ellipse">
            <a:avLst/>
          </a:prstGeom>
          <a:solidFill>
            <a:srgbClr val="F59E0B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21" name="t-372"/>
          <p:cNvSpPr txBox="1"/>
          <p:nvPr/>
        </p:nvSpPr>
        <p:spPr>
          <a:xfrm>
            <a:off x="3309002" y="4823615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1100" dirty="0"/>
          </a:p>
        </p:txBody>
      </p:sp>
      <p:sp>
        <p:nvSpPr>
          <p:cNvPr id="22" name="step-373"/>
          <p:cNvSpPr/>
          <p:nvPr/>
        </p:nvSpPr>
        <p:spPr>
          <a:xfrm>
            <a:off x="7772400" y="1783080"/>
            <a:ext cx="329184" cy="329184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3" name="t-374"/>
          <p:cNvSpPr txBox="1"/>
          <p:nvPr/>
        </p:nvSpPr>
        <p:spPr>
          <a:xfrm>
            <a:off x="7772400" y="178308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200" dirty="0"/>
          </a:p>
        </p:txBody>
      </p:sp>
      <p:sp>
        <p:nvSpPr>
          <p:cNvPr id="24" name="t-375"/>
          <p:cNvSpPr txBox="1"/>
          <p:nvPr/>
        </p:nvSpPr>
        <p:spPr>
          <a:xfrm>
            <a:off x="8247888" y="1737360"/>
            <a:ext cx="336499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rgbClr val="0F1B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값 입력 후 「저장」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자료형에 맞지 않으면 바로 알려 줍니다.</a:t>
            </a:r>
            <a:endParaRPr lang="en-US" sz="1400" dirty="0"/>
          </a:p>
        </p:txBody>
      </p:sp>
      <p:sp>
        <p:nvSpPr>
          <p:cNvPr id="25" name="step-376"/>
          <p:cNvSpPr/>
          <p:nvPr/>
        </p:nvSpPr>
        <p:spPr>
          <a:xfrm>
            <a:off x="7772400" y="2880360"/>
            <a:ext cx="329184" cy="329184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6" name="t-377"/>
          <p:cNvSpPr txBox="1"/>
          <p:nvPr/>
        </p:nvSpPr>
        <p:spPr>
          <a:xfrm>
            <a:off x="7772400" y="288036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200" dirty="0"/>
          </a:p>
        </p:txBody>
      </p:sp>
      <p:sp>
        <p:nvSpPr>
          <p:cNvPr id="27" name="t-378"/>
          <p:cNvSpPr txBox="1"/>
          <p:nvPr/>
        </p:nvSpPr>
        <p:spPr>
          <a:xfrm>
            <a:off x="8247888" y="2834640"/>
            <a:ext cx="336499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rgbClr val="0F1B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저장하면 서버에 바로 반영됩니다.</a:t>
            </a:r>
            <a:endParaRPr lang="en-US" sz="1400" dirty="0"/>
          </a:p>
        </p:txBody>
      </p:sp>
      <p:sp>
        <p:nvSpPr>
          <p:cNvPr id="28" name="step-379"/>
          <p:cNvSpPr/>
          <p:nvPr/>
        </p:nvSpPr>
        <p:spPr>
          <a:xfrm>
            <a:off x="7772400" y="3977640"/>
            <a:ext cx="329184" cy="329184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9" name="t-380"/>
          <p:cNvSpPr txBox="1"/>
          <p:nvPr/>
        </p:nvSpPr>
        <p:spPr>
          <a:xfrm>
            <a:off x="7772400" y="397764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200" dirty="0"/>
          </a:p>
        </p:txBody>
      </p:sp>
      <p:sp>
        <p:nvSpPr>
          <p:cNvPr id="30" name="t-381"/>
          <p:cNvSpPr txBox="1"/>
          <p:nvPr/>
        </p:nvSpPr>
        <p:spPr>
          <a:xfrm>
            <a:off x="8247888" y="3931920"/>
            <a:ext cx="336499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rgbClr val="0F1B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이름(idShort) 바꾸기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다른 요소가 이 이름을 참조하고 있으면 함께 바뀌지 않으니 주의하세요.</a:t>
            </a:r>
            <a:endParaRPr lang="en-US" sz="1400" dirty="0"/>
          </a:p>
        </p:txBody>
      </p:sp>
      <p:sp>
        <p:nvSpPr>
          <p:cNvPr id="31" name="step-382"/>
          <p:cNvSpPr/>
          <p:nvPr/>
        </p:nvSpPr>
        <p:spPr>
          <a:xfrm>
            <a:off x="7772400" y="5074920"/>
            <a:ext cx="329184" cy="329184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32" name="t-383"/>
          <p:cNvSpPr txBox="1"/>
          <p:nvPr/>
        </p:nvSpPr>
        <p:spPr>
          <a:xfrm>
            <a:off x="7772400" y="50749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1200" dirty="0"/>
          </a:p>
        </p:txBody>
      </p:sp>
      <p:sp>
        <p:nvSpPr>
          <p:cNvPr id="33" name="t-384"/>
          <p:cNvSpPr txBox="1"/>
          <p:nvPr/>
        </p:nvSpPr>
        <p:spPr>
          <a:xfrm>
            <a:off x="8247888" y="5029200"/>
            <a:ext cx="336499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rgbClr val="0F1B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semanticId 저장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의미를 나타내는 주소입니다. 규약에 맞는지 바로 표시됩니다.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50">
                <a:solidFill>
                  <a:srgbClr val="8A94A6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r-385"/>
          <p:cNvSpPr/>
          <p:nvPr/>
        </p:nvSpPr>
        <p:spPr>
          <a:xfrm>
            <a:off x="548640" y="329184"/>
            <a:ext cx="384048" cy="54864"/>
          </a:xfrm>
          <a:prstGeom prst="rect">
            <a:avLst/>
          </a:prstGeom>
          <a:solidFill>
            <a:srgbClr val="2F7CF6"/>
          </a:solidFill>
          <a:ln w="12700">
            <a:solidFill>
              <a:srgbClr val="2F7CF6"/>
            </a:solidFill>
            <a:prstDash val="solid"/>
          </a:ln>
        </p:spPr>
      </p:sp>
      <p:sp>
        <p:nvSpPr>
          <p:cNvPr id="3" name="t-386"/>
          <p:cNvSpPr txBox="1"/>
          <p:nvPr/>
        </p:nvSpPr>
        <p:spPr>
          <a:xfrm>
            <a:off x="1024128" y="22860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F7C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만들고 고치기</a:t>
            </a:r>
            <a:endParaRPr lang="en-US" sz="11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548640" y="566928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F1B2D"/>
                </a:solidFill>
              </a:rPr>
              <a:t>값 한꺼번에 입력</a:t>
            </a:r>
            <a:endParaRPr lang="en-US" sz="2600" dirty="0"/>
          </a:p>
        </p:txBody>
      </p:sp>
      <p:sp>
        <p:nvSpPr>
          <p:cNvPr id="5" name="t-387"/>
          <p:cNvSpPr txBox="1"/>
          <p:nvPr/>
        </p:nvSpPr>
        <p:spPr>
          <a:xfrm>
            <a:off x="548640" y="1152144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명판처럼 칸이 많을 때는 표에서 한 번에 고칩니다</a:t>
            </a:r>
            <a:endParaRPr lang="en-US" sz="1400" dirty="0"/>
          </a:p>
        </p:txBody>
      </p:sp>
      <p:sp>
        <p:nvSpPr>
          <p:cNvPr id="6" name="frame-388"/>
          <p:cNvSpPr/>
          <p:nvPr/>
        </p:nvSpPr>
        <p:spPr>
          <a:xfrm>
            <a:off x="985480" y="1645920"/>
            <a:ext cx="4978479" cy="4617720"/>
          </a:xfrm>
          <a:prstGeom prst="rect">
            <a:avLst/>
          </a:prstGeom>
          <a:solidFill>
            <a:srgbClr val="0F1B2D"/>
          </a:solidFill>
          <a:ln w="9525">
            <a:solidFill>
              <a:srgbClr val="C9D2DE"/>
            </a:solidFill>
            <a:prstDash val="solid"/>
          </a:ln>
          <a:effectLst>
            <a:outerShdw sx="100000" sy="100000" kx="0" ky="0" algn="bl" rotWithShape="0" blurRad="127000" dist="38100" dir="5400000">
              <a:srgbClr val="0F1B2D">
                <a:alpha val="18000"/>
              </a:srgbClr>
            </a:outerShdw>
          </a:effectLst>
        </p:spPr>
      </p:sp>
      <p:pic>
        <p:nvPicPr>
          <p:cNvPr id="7" name="screen-389" descr="화면: a-bul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5480" y="1645920"/>
            <a:ext cx="4978479" cy="4617720"/>
          </a:xfrm>
          <a:prstGeom prst="rect">
            <a:avLst/>
          </a:prstGeom>
        </p:spPr>
      </p:pic>
      <p:sp>
        <p:nvSpPr>
          <p:cNvPr id="8" name="mark-390"/>
          <p:cNvSpPr/>
          <p:nvPr/>
        </p:nvSpPr>
        <p:spPr>
          <a:xfrm>
            <a:off x="1025628" y="2942713"/>
            <a:ext cx="4898184" cy="184261"/>
          </a:xfrm>
          <a:prstGeom prst="roundRect">
            <a:avLst>
              <a:gd name="adj" fmla="val 19850"/>
            </a:avLst>
          </a:prstGeom>
          <a:ln w="28575">
            <a:solidFill>
              <a:srgbClr val="F59E0B"/>
            </a:solidFill>
            <a:prstDash val="solid"/>
          </a:ln>
        </p:spPr>
      </p:sp>
      <p:sp>
        <p:nvSpPr>
          <p:cNvPr id="9" name="markdot-391"/>
          <p:cNvSpPr/>
          <p:nvPr/>
        </p:nvSpPr>
        <p:spPr>
          <a:xfrm>
            <a:off x="879324" y="2796409"/>
            <a:ext cx="292608" cy="292608"/>
          </a:xfrm>
          <a:prstGeom prst="ellipse">
            <a:avLst/>
          </a:prstGeom>
          <a:solidFill>
            <a:srgbClr val="F59E0B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10" name="t-392"/>
          <p:cNvSpPr txBox="1"/>
          <p:nvPr/>
        </p:nvSpPr>
        <p:spPr>
          <a:xfrm>
            <a:off x="879324" y="2796409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100" dirty="0"/>
          </a:p>
        </p:txBody>
      </p:sp>
      <p:sp>
        <p:nvSpPr>
          <p:cNvPr id="11" name="mark-393"/>
          <p:cNvSpPr/>
          <p:nvPr/>
        </p:nvSpPr>
        <p:spPr>
          <a:xfrm>
            <a:off x="1025628" y="3111067"/>
            <a:ext cx="4898184" cy="2559260"/>
          </a:xfrm>
          <a:prstGeom prst="roundRect">
            <a:avLst>
              <a:gd name="adj" fmla="val 1429"/>
            </a:avLst>
          </a:prstGeom>
          <a:ln w="28575">
            <a:solidFill>
              <a:srgbClr val="F59E0B"/>
            </a:solidFill>
            <a:prstDash val="solid"/>
          </a:ln>
        </p:spPr>
      </p:sp>
      <p:sp>
        <p:nvSpPr>
          <p:cNvPr id="12" name="markdot-394"/>
          <p:cNvSpPr/>
          <p:nvPr/>
        </p:nvSpPr>
        <p:spPr>
          <a:xfrm>
            <a:off x="879324" y="2964763"/>
            <a:ext cx="292608" cy="292608"/>
          </a:xfrm>
          <a:prstGeom prst="ellipse">
            <a:avLst/>
          </a:prstGeom>
          <a:solidFill>
            <a:srgbClr val="F59E0B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13" name="t-395"/>
          <p:cNvSpPr txBox="1"/>
          <p:nvPr/>
        </p:nvSpPr>
        <p:spPr>
          <a:xfrm>
            <a:off x="879324" y="2964763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100" dirty="0"/>
          </a:p>
        </p:txBody>
      </p:sp>
      <p:sp>
        <p:nvSpPr>
          <p:cNvPr id="14" name="mark-396"/>
          <p:cNvSpPr/>
          <p:nvPr/>
        </p:nvSpPr>
        <p:spPr>
          <a:xfrm>
            <a:off x="1025628" y="5666446"/>
            <a:ext cx="364641" cy="256413"/>
          </a:xfrm>
          <a:prstGeom prst="roundRect">
            <a:avLst>
              <a:gd name="adj" fmla="val 14264"/>
            </a:avLst>
          </a:prstGeom>
          <a:ln w="28575">
            <a:solidFill>
              <a:srgbClr val="F59E0B"/>
            </a:solidFill>
            <a:prstDash val="solid"/>
          </a:ln>
        </p:spPr>
      </p:sp>
      <p:sp>
        <p:nvSpPr>
          <p:cNvPr id="15" name="markdot-397"/>
          <p:cNvSpPr/>
          <p:nvPr/>
        </p:nvSpPr>
        <p:spPr>
          <a:xfrm>
            <a:off x="879324" y="5520142"/>
            <a:ext cx="292608" cy="292608"/>
          </a:xfrm>
          <a:prstGeom prst="ellipse">
            <a:avLst/>
          </a:prstGeom>
          <a:solidFill>
            <a:srgbClr val="F59E0B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16" name="t-398"/>
          <p:cNvSpPr txBox="1"/>
          <p:nvPr/>
        </p:nvSpPr>
        <p:spPr>
          <a:xfrm>
            <a:off x="879324" y="552014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100" dirty="0"/>
          </a:p>
        </p:txBody>
      </p:sp>
      <p:sp>
        <p:nvSpPr>
          <p:cNvPr id="17" name="step-399"/>
          <p:cNvSpPr/>
          <p:nvPr/>
        </p:nvSpPr>
        <p:spPr>
          <a:xfrm>
            <a:off x="6766560" y="1783080"/>
            <a:ext cx="329184" cy="329184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8" name="t-400"/>
          <p:cNvSpPr txBox="1"/>
          <p:nvPr/>
        </p:nvSpPr>
        <p:spPr>
          <a:xfrm>
            <a:off x="6766560" y="178308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200" dirty="0"/>
          </a:p>
        </p:txBody>
      </p:sp>
      <p:sp>
        <p:nvSpPr>
          <p:cNvPr id="19" name="t-401"/>
          <p:cNvSpPr txBox="1"/>
          <p:nvPr/>
        </p:nvSpPr>
        <p:spPr>
          <a:xfrm>
            <a:off x="7242048" y="1737360"/>
            <a:ext cx="437083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0F1B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서브모델 고르기</a:t>
            </a:r>
            <a:endParaRPr lang="en-US" sz="15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5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예: DigitalNameplate — 「값 한꺼번에 입력」 표가 나옵니다.</a:t>
            </a:r>
            <a:endParaRPr lang="en-US" sz="1500" dirty="0"/>
          </a:p>
        </p:txBody>
      </p:sp>
      <p:sp>
        <p:nvSpPr>
          <p:cNvPr id="20" name="step-402"/>
          <p:cNvSpPr/>
          <p:nvPr/>
        </p:nvSpPr>
        <p:spPr>
          <a:xfrm>
            <a:off x="6766560" y="3017520"/>
            <a:ext cx="329184" cy="329184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1" name="t-403"/>
          <p:cNvSpPr txBox="1"/>
          <p:nvPr/>
        </p:nvSpPr>
        <p:spPr>
          <a:xfrm>
            <a:off x="6766560" y="30175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200" dirty="0"/>
          </a:p>
        </p:txBody>
      </p:sp>
      <p:sp>
        <p:nvSpPr>
          <p:cNvPr id="22" name="t-404"/>
          <p:cNvSpPr txBox="1"/>
          <p:nvPr/>
        </p:nvSpPr>
        <p:spPr>
          <a:xfrm>
            <a:off x="7242048" y="2971800"/>
            <a:ext cx="437083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0F1B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표에서 값 고치기</a:t>
            </a:r>
            <a:endParaRPr lang="en-US" sz="15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5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Property · 다국어 첫 언어 · Range(최소~최대)를 고칠 수 있습니다.</a:t>
            </a:r>
            <a:endParaRPr lang="en-US" sz="1500" dirty="0"/>
          </a:p>
        </p:txBody>
      </p:sp>
      <p:sp>
        <p:nvSpPr>
          <p:cNvPr id="23" name="step-405"/>
          <p:cNvSpPr/>
          <p:nvPr/>
        </p:nvSpPr>
        <p:spPr>
          <a:xfrm>
            <a:off x="6766560" y="4251960"/>
            <a:ext cx="329184" cy="329184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4" name="t-406"/>
          <p:cNvSpPr txBox="1"/>
          <p:nvPr/>
        </p:nvSpPr>
        <p:spPr>
          <a:xfrm>
            <a:off x="6766560" y="425196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200" dirty="0"/>
          </a:p>
        </p:txBody>
      </p:sp>
      <p:sp>
        <p:nvSpPr>
          <p:cNvPr id="25" name="t-407"/>
          <p:cNvSpPr txBox="1"/>
          <p:nvPr/>
        </p:nvSpPr>
        <p:spPr>
          <a:xfrm>
            <a:off x="7242048" y="4206240"/>
            <a:ext cx="437083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0F1B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번에 저장</a:t>
            </a:r>
            <a:endParaRPr lang="en-US" sz="15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5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요소를 하나씩 열지 않아도 됩니다.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50">
                <a:solidFill>
                  <a:srgbClr val="8A94A6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r-408"/>
          <p:cNvSpPr/>
          <p:nvPr/>
        </p:nvSpPr>
        <p:spPr>
          <a:xfrm>
            <a:off x="548640" y="329184"/>
            <a:ext cx="384048" cy="54864"/>
          </a:xfrm>
          <a:prstGeom prst="rect">
            <a:avLst/>
          </a:prstGeom>
          <a:solidFill>
            <a:srgbClr val="2F7CF6"/>
          </a:solidFill>
          <a:ln w="12700">
            <a:solidFill>
              <a:srgbClr val="2F7CF6"/>
            </a:solidFill>
            <a:prstDash val="solid"/>
          </a:ln>
        </p:spPr>
      </p:sp>
      <p:sp>
        <p:nvSpPr>
          <p:cNvPr id="3" name="t-409"/>
          <p:cNvSpPr txBox="1"/>
          <p:nvPr/>
        </p:nvSpPr>
        <p:spPr>
          <a:xfrm>
            <a:off x="1024128" y="22860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F7C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만들고 고치기</a:t>
            </a:r>
            <a:endParaRPr lang="en-US" sz="11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548640" y="566928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F1B2D"/>
                </a:solidFill>
              </a:rPr>
              <a:t>다른 파일에서 가져오기</a:t>
            </a:r>
            <a:endParaRPr lang="en-US" sz="2600" dirty="0"/>
          </a:p>
        </p:txBody>
      </p:sp>
      <p:sp>
        <p:nvSpPr>
          <p:cNvPr id="5" name="t-410"/>
          <p:cNvSpPr txBox="1"/>
          <p:nvPr/>
        </p:nvSpPr>
        <p:spPr>
          <a:xfrm>
            <a:off x="548640" y="1152144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서브모델 ▾ → 다른 파일에서 가져오기</a:t>
            </a:r>
            <a:endParaRPr lang="en-US" sz="1400" dirty="0"/>
          </a:p>
        </p:txBody>
      </p:sp>
      <p:sp>
        <p:nvSpPr>
          <p:cNvPr id="6" name="frame-411"/>
          <p:cNvSpPr/>
          <p:nvPr/>
        </p:nvSpPr>
        <p:spPr>
          <a:xfrm>
            <a:off x="548640" y="2163141"/>
            <a:ext cx="6035040" cy="2988918"/>
          </a:xfrm>
          <a:prstGeom prst="rect">
            <a:avLst/>
          </a:prstGeom>
          <a:solidFill>
            <a:srgbClr val="0F1B2D"/>
          </a:solidFill>
          <a:ln w="9525">
            <a:solidFill>
              <a:srgbClr val="C9D2DE"/>
            </a:solidFill>
            <a:prstDash val="solid"/>
          </a:ln>
          <a:effectLst>
            <a:outerShdw sx="100000" sy="100000" kx="0" ky="0" algn="bl" rotWithShape="0" blurRad="127000" dist="38100" dir="5400000">
              <a:srgbClr val="0F1B2D">
                <a:alpha val="18000"/>
              </a:srgbClr>
            </a:outerShdw>
          </a:effectLst>
        </p:spPr>
      </p:sp>
      <p:pic>
        <p:nvPicPr>
          <p:cNvPr id="7" name="screen-412" descr="화면: a-impor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163141"/>
            <a:ext cx="6035040" cy="2988918"/>
          </a:xfrm>
          <a:prstGeom prst="rect">
            <a:avLst/>
          </a:prstGeom>
        </p:spPr>
      </p:pic>
      <p:sp>
        <p:nvSpPr>
          <p:cNvPr id="8" name="mark-413"/>
          <p:cNvSpPr/>
          <p:nvPr/>
        </p:nvSpPr>
        <p:spPr>
          <a:xfrm>
            <a:off x="659646" y="2638824"/>
            <a:ext cx="5813027" cy="271373"/>
          </a:xfrm>
          <a:prstGeom prst="roundRect">
            <a:avLst>
              <a:gd name="adj" fmla="val 13478"/>
            </a:avLst>
          </a:prstGeom>
          <a:ln w="28575">
            <a:solidFill>
              <a:srgbClr val="F59E0B"/>
            </a:solidFill>
            <a:prstDash val="solid"/>
          </a:ln>
        </p:spPr>
      </p:sp>
      <p:sp>
        <p:nvSpPr>
          <p:cNvPr id="9" name="markdot-414"/>
          <p:cNvSpPr/>
          <p:nvPr/>
        </p:nvSpPr>
        <p:spPr>
          <a:xfrm>
            <a:off x="513342" y="2492520"/>
            <a:ext cx="292608" cy="292608"/>
          </a:xfrm>
          <a:prstGeom prst="ellipse">
            <a:avLst/>
          </a:prstGeom>
          <a:solidFill>
            <a:srgbClr val="F59E0B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10" name="t-415"/>
          <p:cNvSpPr txBox="1"/>
          <p:nvPr/>
        </p:nvSpPr>
        <p:spPr>
          <a:xfrm>
            <a:off x="513342" y="249252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100" dirty="0"/>
          </a:p>
        </p:txBody>
      </p:sp>
      <p:sp>
        <p:nvSpPr>
          <p:cNvPr id="11" name="mark-416"/>
          <p:cNvSpPr/>
          <p:nvPr/>
        </p:nvSpPr>
        <p:spPr>
          <a:xfrm>
            <a:off x="659646" y="3060705"/>
            <a:ext cx="5813027" cy="271373"/>
          </a:xfrm>
          <a:prstGeom prst="roundRect">
            <a:avLst>
              <a:gd name="adj" fmla="val 13478"/>
            </a:avLst>
          </a:prstGeom>
          <a:ln w="28575">
            <a:solidFill>
              <a:srgbClr val="F59E0B"/>
            </a:solidFill>
            <a:prstDash val="solid"/>
          </a:ln>
        </p:spPr>
      </p:sp>
      <p:sp>
        <p:nvSpPr>
          <p:cNvPr id="12" name="markdot-417"/>
          <p:cNvSpPr/>
          <p:nvPr/>
        </p:nvSpPr>
        <p:spPr>
          <a:xfrm>
            <a:off x="513342" y="2914401"/>
            <a:ext cx="292608" cy="292608"/>
          </a:xfrm>
          <a:prstGeom prst="ellipse">
            <a:avLst/>
          </a:prstGeom>
          <a:solidFill>
            <a:srgbClr val="F59E0B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13" name="t-418"/>
          <p:cNvSpPr txBox="1"/>
          <p:nvPr/>
        </p:nvSpPr>
        <p:spPr>
          <a:xfrm>
            <a:off x="513342" y="2914401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100" dirty="0"/>
          </a:p>
        </p:txBody>
      </p:sp>
      <p:sp>
        <p:nvSpPr>
          <p:cNvPr id="14" name="mark-419"/>
          <p:cNvSpPr/>
          <p:nvPr/>
        </p:nvSpPr>
        <p:spPr>
          <a:xfrm>
            <a:off x="659646" y="4748228"/>
            <a:ext cx="621749" cy="292825"/>
          </a:xfrm>
          <a:prstGeom prst="roundRect">
            <a:avLst>
              <a:gd name="adj" fmla="val 12491"/>
            </a:avLst>
          </a:prstGeom>
          <a:ln w="28575">
            <a:solidFill>
              <a:srgbClr val="F59E0B"/>
            </a:solidFill>
            <a:prstDash val="solid"/>
          </a:ln>
        </p:spPr>
      </p:sp>
      <p:sp>
        <p:nvSpPr>
          <p:cNvPr id="15" name="markdot-420"/>
          <p:cNvSpPr/>
          <p:nvPr/>
        </p:nvSpPr>
        <p:spPr>
          <a:xfrm>
            <a:off x="513342" y="4601924"/>
            <a:ext cx="292608" cy="292608"/>
          </a:xfrm>
          <a:prstGeom prst="ellipse">
            <a:avLst/>
          </a:prstGeom>
          <a:solidFill>
            <a:srgbClr val="F59E0B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16" name="t-421"/>
          <p:cNvSpPr txBox="1"/>
          <p:nvPr/>
        </p:nvSpPr>
        <p:spPr>
          <a:xfrm>
            <a:off x="513342" y="460192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100" dirty="0"/>
          </a:p>
        </p:txBody>
      </p:sp>
      <p:sp>
        <p:nvSpPr>
          <p:cNvPr id="17" name="step-422"/>
          <p:cNvSpPr/>
          <p:nvPr/>
        </p:nvSpPr>
        <p:spPr>
          <a:xfrm>
            <a:off x="6949440" y="1783080"/>
            <a:ext cx="329184" cy="329184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8" name="t-423"/>
          <p:cNvSpPr txBox="1"/>
          <p:nvPr/>
        </p:nvSpPr>
        <p:spPr>
          <a:xfrm>
            <a:off x="6949440" y="178308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200" dirty="0"/>
          </a:p>
        </p:txBody>
      </p:sp>
      <p:sp>
        <p:nvSpPr>
          <p:cNvPr id="19" name="t-424"/>
          <p:cNvSpPr txBox="1"/>
          <p:nvPr/>
        </p:nvSpPr>
        <p:spPr>
          <a:xfrm>
            <a:off x="7424928" y="1737360"/>
            <a:ext cx="418795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0F1B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원본 파일</a:t>
            </a:r>
            <a:endParaRPr lang="en-US" sz="15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5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견본이나 미리 열어 둔 다른 AASX를 고릅니다.</a:t>
            </a:r>
            <a:endParaRPr lang="en-US" sz="1500" dirty="0"/>
          </a:p>
        </p:txBody>
      </p:sp>
      <p:sp>
        <p:nvSpPr>
          <p:cNvPr id="20" name="step-425"/>
          <p:cNvSpPr/>
          <p:nvPr/>
        </p:nvSpPr>
        <p:spPr>
          <a:xfrm>
            <a:off x="6949440" y="3108960"/>
            <a:ext cx="329184" cy="329184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1" name="t-426"/>
          <p:cNvSpPr txBox="1"/>
          <p:nvPr/>
        </p:nvSpPr>
        <p:spPr>
          <a:xfrm>
            <a:off x="6949440" y="310896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200" dirty="0"/>
          </a:p>
        </p:txBody>
      </p:sp>
      <p:sp>
        <p:nvSpPr>
          <p:cNvPr id="22" name="t-427"/>
          <p:cNvSpPr txBox="1"/>
          <p:nvPr/>
        </p:nvSpPr>
        <p:spPr>
          <a:xfrm>
            <a:off x="7424928" y="3063240"/>
            <a:ext cx="418795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0F1B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서브모델</a:t>
            </a:r>
            <a:endParaRPr lang="en-US" sz="15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5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가져올 서브모델을 고릅니다. id는 이 설비에 맞게 다시 정해지고 용어 정의(CD)도 함께 옵니다.</a:t>
            </a:r>
            <a:endParaRPr lang="en-US" sz="1500" dirty="0"/>
          </a:p>
        </p:txBody>
      </p:sp>
      <p:sp>
        <p:nvSpPr>
          <p:cNvPr id="23" name="step-428"/>
          <p:cNvSpPr/>
          <p:nvPr/>
        </p:nvSpPr>
        <p:spPr>
          <a:xfrm>
            <a:off x="6949440" y="4434840"/>
            <a:ext cx="329184" cy="329184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4" name="t-429"/>
          <p:cNvSpPr txBox="1"/>
          <p:nvPr/>
        </p:nvSpPr>
        <p:spPr>
          <a:xfrm>
            <a:off x="6949440" y="443484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200" dirty="0"/>
          </a:p>
        </p:txBody>
      </p:sp>
      <p:sp>
        <p:nvSpPr>
          <p:cNvPr id="25" name="t-430"/>
          <p:cNvSpPr txBox="1"/>
          <p:nvPr/>
        </p:nvSpPr>
        <p:spPr>
          <a:xfrm>
            <a:off x="7424928" y="4389120"/>
            <a:ext cx="418795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0F1B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「가져오기」</a:t>
            </a:r>
            <a:endParaRPr lang="en-US" sz="15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5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이름이 있으면 바꾸기(기존 삭제) 또는 나란히 두기(이름_2)를 고릅니다.</a:t>
            </a:r>
            <a:endParaRPr lang="en-US" sz="1500" dirty="0"/>
          </a:p>
        </p:txBody>
      </p:sp>
      <p:sp>
        <p:nvSpPr>
          <p:cNvPr id="26" name="note-431"/>
          <p:cNvSpPr/>
          <p:nvPr/>
        </p:nvSpPr>
        <p:spPr>
          <a:xfrm>
            <a:off x="548640" y="5760720"/>
            <a:ext cx="6035040" cy="502920"/>
          </a:xfrm>
          <a:prstGeom prst="rect">
            <a:avLst/>
          </a:prstGeom>
          <a:solidFill>
            <a:srgbClr val="FFF7E6"/>
          </a:solidFill>
          <a:ln w="12700">
            <a:solidFill>
              <a:srgbClr val="FFF7E6"/>
            </a:solidFill>
            <a:prstDash val="solid"/>
          </a:ln>
        </p:spPr>
      </p:sp>
      <p:sp>
        <p:nvSpPr>
          <p:cNvPr id="27" name="notebar-432"/>
          <p:cNvSpPr/>
          <p:nvPr/>
        </p:nvSpPr>
        <p:spPr>
          <a:xfrm>
            <a:off x="548640" y="5760720"/>
            <a:ext cx="64008" cy="50292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28" name="t-433"/>
          <p:cNvSpPr txBox="1"/>
          <p:nvPr/>
        </p:nvSpPr>
        <p:spPr>
          <a:xfrm>
            <a:off x="777240" y="5760720"/>
            <a:ext cx="5669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D9770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주의  </a:t>
            </a:r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가져온 값은 원본 설비의 값입니다. 이 설비에 맞게 고쳐 주세요.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50">
                <a:solidFill>
                  <a:srgbClr val="8A94A6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r-434"/>
          <p:cNvSpPr/>
          <p:nvPr/>
        </p:nvSpPr>
        <p:spPr>
          <a:xfrm>
            <a:off x="548640" y="329184"/>
            <a:ext cx="384048" cy="54864"/>
          </a:xfrm>
          <a:prstGeom prst="rect">
            <a:avLst/>
          </a:prstGeom>
          <a:solidFill>
            <a:srgbClr val="2F7CF6"/>
          </a:solidFill>
          <a:ln w="12700">
            <a:solidFill>
              <a:srgbClr val="2F7CF6"/>
            </a:solidFill>
            <a:prstDash val="solid"/>
          </a:ln>
        </p:spPr>
      </p:sp>
      <p:sp>
        <p:nvSpPr>
          <p:cNvPr id="3" name="t-435"/>
          <p:cNvSpPr txBox="1"/>
          <p:nvPr/>
        </p:nvSpPr>
        <p:spPr>
          <a:xfrm>
            <a:off x="1024128" y="22860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F7C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만들고 고치기</a:t>
            </a:r>
            <a:endParaRPr lang="en-US" sz="11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548640" y="566928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F1B2D"/>
                </a:solidFill>
              </a:rPr>
              <a:t>되돌리기와 변경 이력</a:t>
            </a:r>
            <a:endParaRPr lang="en-US" sz="2600" dirty="0"/>
          </a:p>
        </p:txBody>
      </p:sp>
      <p:sp>
        <p:nvSpPr>
          <p:cNvPr id="5" name="t-436"/>
          <p:cNvSpPr txBox="1"/>
          <p:nvPr/>
        </p:nvSpPr>
        <p:spPr>
          <a:xfrm>
            <a:off x="548640" y="1152144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실수해도 언제든 이전 상태로 돌아갈 수 있습니다</a:t>
            </a:r>
            <a:endParaRPr lang="en-US" sz="1400" dirty="0"/>
          </a:p>
        </p:txBody>
      </p:sp>
      <p:sp>
        <p:nvSpPr>
          <p:cNvPr id="6" name="frame-437"/>
          <p:cNvSpPr/>
          <p:nvPr/>
        </p:nvSpPr>
        <p:spPr>
          <a:xfrm>
            <a:off x="548640" y="1843209"/>
            <a:ext cx="6400800" cy="1251341"/>
          </a:xfrm>
          <a:prstGeom prst="rect">
            <a:avLst/>
          </a:prstGeom>
          <a:solidFill>
            <a:srgbClr val="0F1B2D"/>
          </a:solidFill>
          <a:ln w="9525">
            <a:solidFill>
              <a:srgbClr val="C9D2DE"/>
            </a:solidFill>
            <a:prstDash val="solid"/>
          </a:ln>
          <a:effectLst>
            <a:outerShdw sx="100000" sy="100000" kx="0" ky="0" algn="bl" rotWithShape="0" blurRad="127000" dist="38100" dir="5400000">
              <a:srgbClr val="0F1B2D">
                <a:alpha val="18000"/>
              </a:srgbClr>
            </a:outerShdw>
          </a:effectLst>
        </p:spPr>
      </p:sp>
      <p:pic>
        <p:nvPicPr>
          <p:cNvPr id="7" name="screen-438" descr="화면: a-history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843209"/>
            <a:ext cx="6400800" cy="1251341"/>
          </a:xfrm>
          <a:prstGeom prst="rect">
            <a:avLst/>
          </a:prstGeom>
        </p:spPr>
      </p:pic>
      <p:graphicFrame>
        <p:nvGraphicFramePr>
          <p:cNvPr id="23" name="table-43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520440"/>
          <a:ext cx="11064240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4389120"/>
                <a:gridCol w="37490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방법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14300" marR="114300" marT="63500" marB="63500" anchor="ctr">
                    <a:lnL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B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어디서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14300" marR="114300" marT="63500" marB="63500" anchor="ctr">
                    <a:lnL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B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되돌리는 범위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14300" marR="114300" marT="63500" marB="63500" anchor="ctr">
                    <a:lnL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B2D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↶ 되돌리기 · 다시 하기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14300" marR="114300" marT="63500" marB="63500" anchor="ctr">
                    <a:lnL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머리줄 · Ctrl+Z / Ctrl+Shift+Z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14300" marR="114300" marT="63500" marB="63500" anchor="ctr">
                    <a:lnL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방금 한 작업부터 차례로 (파일마다 따로)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14300" marR="114300" marT="63500" marB="63500" anchor="ctr">
                    <a:lnL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이력 · 되돌리기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14300" marR="114300" marT="63500" marB="63500" anchor="ctr">
                    <a:lnL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서브모델을 고르고 오른쪽 위 「이력 · 되돌리기」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14300" marR="114300" marT="63500" marB="63500" anchor="ctr">
                    <a:lnL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저장된 지난 시점으로 한 번에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14300" marR="114300" marT="63500" marB="63500" anchor="ctr">
                    <a:lnL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</a:tbl>
          </a:graphicData>
        </a:graphic>
      </p:graphicFrame>
      <p:sp>
        <p:nvSpPr>
          <p:cNvPr id="9" name="note-440"/>
          <p:cNvSpPr/>
          <p:nvPr/>
        </p:nvSpPr>
        <p:spPr>
          <a:xfrm>
            <a:off x="548640" y="4892040"/>
            <a:ext cx="11064240" cy="548640"/>
          </a:xfrm>
          <a:prstGeom prst="rect">
            <a:avLst/>
          </a:prstGeom>
          <a:solidFill>
            <a:srgbClr val="EAF7EF"/>
          </a:solidFill>
          <a:ln w="12700">
            <a:solidFill>
              <a:srgbClr val="EAF7EF"/>
            </a:solidFill>
            <a:prstDash val="solid"/>
          </a:ln>
        </p:spPr>
      </p:sp>
      <p:sp>
        <p:nvSpPr>
          <p:cNvPr id="10" name="notebar-441"/>
          <p:cNvSpPr/>
          <p:nvPr/>
        </p:nvSpPr>
        <p:spPr>
          <a:xfrm>
            <a:off x="548640" y="4892040"/>
            <a:ext cx="64008" cy="548640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1" name="t-442"/>
          <p:cNvSpPr txBox="1"/>
          <p:nvPr/>
        </p:nvSpPr>
        <p:spPr>
          <a:xfrm>
            <a:off x="777240" y="4892040"/>
            <a:ext cx="10698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A34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안심  </a:t>
            </a:r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되돌린 기록도 이력에 남으므로, 되돌린 것을 다시 되돌릴 수 있습니다.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50">
                <a:solidFill>
                  <a:srgbClr val="8A94A6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-443"/>
          <p:cNvSpPr txBox="1"/>
          <p:nvPr/>
        </p:nvSpPr>
        <p:spPr>
          <a:xfrm>
            <a:off x="731520" y="2148840"/>
            <a:ext cx="14630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2F7C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05</a:t>
            </a:r>
            <a:endParaRPr lang="en-US" sz="6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2286000" y="2331720"/>
            <a:ext cx="8961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</a:rPr>
              <a:t>검사와 자동 고치기</a:t>
            </a:r>
            <a:endParaRPr lang="en-US" sz="3800" dirty="0"/>
          </a:p>
        </p:txBody>
      </p:sp>
      <p:sp>
        <p:nvSpPr>
          <p:cNvPr id="4" name="t-444"/>
          <p:cNvSpPr txBox="1"/>
          <p:nvPr/>
        </p:nvSpPr>
        <p:spPr>
          <a:xfrm>
            <a:off x="2286000" y="3246120"/>
            <a:ext cx="8961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9CC2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검사 결과 읽기 · 골라서 고치기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2286000" y="3977640"/>
            <a:ext cx="8961120" cy="0"/>
          </a:xfrm>
          <a:prstGeom prst="line">
            <a:avLst/>
          </a:prstGeom>
          <a:noFill/>
          <a:ln w="12700">
            <a:solidFill>
              <a:srgbClr val="2B3A52"/>
            </a:solidFill>
            <a:prstDash val="solid"/>
          </a:ln>
        </p:spPr>
      </p:sp>
      <p:sp>
        <p:nvSpPr>
          <p:cNvPr id="6" name="t-445"/>
          <p:cNvSpPr txBox="1"/>
          <p:nvPr/>
        </p:nvSpPr>
        <p:spPr>
          <a:xfrm>
            <a:off x="2286000" y="4160520"/>
            <a:ext cx="8961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400" dirty="0">
                <a:solidFill>
                  <a:srgbClr val="C9D4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파일을 열면 규칙 43종을 자동으로 검사합니다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400" dirty="0">
                <a:solidFill>
                  <a:srgbClr val="C9D4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위반은 반드시 고칩니다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400" dirty="0">
                <a:solidFill>
                  <a:srgbClr val="C9D4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자동 고치기는 미리 보고 골라서 고칩니다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CC2FF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r-446"/>
          <p:cNvSpPr/>
          <p:nvPr/>
        </p:nvSpPr>
        <p:spPr>
          <a:xfrm>
            <a:off x="548640" y="329184"/>
            <a:ext cx="384048" cy="54864"/>
          </a:xfrm>
          <a:prstGeom prst="rect">
            <a:avLst/>
          </a:prstGeom>
          <a:solidFill>
            <a:srgbClr val="2F7CF6"/>
          </a:solidFill>
          <a:ln w="12700">
            <a:solidFill>
              <a:srgbClr val="2F7CF6"/>
            </a:solidFill>
            <a:prstDash val="solid"/>
          </a:ln>
        </p:spPr>
      </p:sp>
      <p:sp>
        <p:nvSpPr>
          <p:cNvPr id="3" name="t-447"/>
          <p:cNvSpPr txBox="1"/>
          <p:nvPr/>
        </p:nvSpPr>
        <p:spPr>
          <a:xfrm>
            <a:off x="1024128" y="22860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F7C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검사와 자동 고치기</a:t>
            </a:r>
            <a:endParaRPr lang="en-US" sz="11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548640" y="566928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F1B2D"/>
                </a:solidFill>
              </a:rPr>
              <a:t>검사 결과 읽기</a:t>
            </a:r>
            <a:endParaRPr lang="en-US" sz="2600" dirty="0"/>
          </a:p>
        </p:txBody>
      </p:sp>
      <p:sp>
        <p:nvSpPr>
          <p:cNvPr id="5" name="t-448"/>
          <p:cNvSpPr txBox="1"/>
          <p:nvPr/>
        </p:nvSpPr>
        <p:spPr>
          <a:xfrm>
            <a:off x="548640" y="1152144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머리줄의 「위반 · 경고」를 누르면 열립니다</a:t>
            </a:r>
            <a:endParaRPr lang="en-US" sz="1400" dirty="0"/>
          </a:p>
        </p:txBody>
      </p:sp>
      <p:sp>
        <p:nvSpPr>
          <p:cNvPr id="6" name="frame-449"/>
          <p:cNvSpPr/>
          <p:nvPr/>
        </p:nvSpPr>
        <p:spPr>
          <a:xfrm>
            <a:off x="548640" y="1875911"/>
            <a:ext cx="5760720" cy="4157737"/>
          </a:xfrm>
          <a:prstGeom prst="rect">
            <a:avLst/>
          </a:prstGeom>
          <a:solidFill>
            <a:srgbClr val="0F1B2D"/>
          </a:solidFill>
          <a:ln w="9525">
            <a:solidFill>
              <a:srgbClr val="C9D2DE"/>
            </a:solidFill>
            <a:prstDash val="solid"/>
          </a:ln>
          <a:effectLst>
            <a:outerShdw sx="100000" sy="100000" kx="0" ky="0" algn="bl" rotWithShape="0" blurRad="127000" dist="38100" dir="5400000">
              <a:srgbClr val="0F1B2D">
                <a:alpha val="18000"/>
              </a:srgbClr>
            </a:outerShdw>
          </a:effectLst>
        </p:spPr>
      </p:sp>
      <p:pic>
        <p:nvPicPr>
          <p:cNvPr id="7" name="screen-450" descr="화면: a-finding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875911"/>
            <a:ext cx="5760720" cy="4157737"/>
          </a:xfrm>
          <a:prstGeom prst="rect">
            <a:avLst/>
          </a:prstGeom>
        </p:spPr>
      </p:pic>
      <p:sp>
        <p:nvSpPr>
          <p:cNvPr id="8" name="mark-451"/>
          <p:cNvSpPr/>
          <p:nvPr/>
        </p:nvSpPr>
        <p:spPr>
          <a:xfrm>
            <a:off x="666916" y="2286398"/>
            <a:ext cx="5524169" cy="706871"/>
          </a:xfrm>
          <a:prstGeom prst="roundRect">
            <a:avLst>
              <a:gd name="adj" fmla="val 5174"/>
            </a:avLst>
          </a:prstGeom>
          <a:ln w="28575">
            <a:solidFill>
              <a:srgbClr val="F59E0B"/>
            </a:solidFill>
            <a:prstDash val="solid"/>
          </a:ln>
        </p:spPr>
      </p:sp>
      <p:sp>
        <p:nvSpPr>
          <p:cNvPr id="9" name="markdot-452"/>
          <p:cNvSpPr/>
          <p:nvPr/>
        </p:nvSpPr>
        <p:spPr>
          <a:xfrm>
            <a:off x="520612" y="2140094"/>
            <a:ext cx="292608" cy="292608"/>
          </a:xfrm>
          <a:prstGeom prst="ellipse">
            <a:avLst/>
          </a:prstGeom>
          <a:solidFill>
            <a:srgbClr val="F59E0B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10" name="t-453"/>
          <p:cNvSpPr txBox="1"/>
          <p:nvPr/>
        </p:nvSpPr>
        <p:spPr>
          <a:xfrm>
            <a:off x="520612" y="214009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100" dirty="0"/>
          </a:p>
        </p:txBody>
      </p:sp>
      <p:sp>
        <p:nvSpPr>
          <p:cNvPr id="11" name="mark-454"/>
          <p:cNvSpPr/>
          <p:nvPr/>
        </p:nvSpPr>
        <p:spPr>
          <a:xfrm>
            <a:off x="666916" y="3046145"/>
            <a:ext cx="5524169" cy="2518576"/>
          </a:xfrm>
          <a:prstGeom prst="roundRect">
            <a:avLst>
              <a:gd name="adj" fmla="val 1452"/>
            </a:avLst>
          </a:prstGeom>
          <a:ln w="28575">
            <a:solidFill>
              <a:srgbClr val="F59E0B"/>
            </a:solidFill>
            <a:prstDash val="solid"/>
          </a:ln>
        </p:spPr>
      </p:sp>
      <p:sp>
        <p:nvSpPr>
          <p:cNvPr id="12" name="markdot-455"/>
          <p:cNvSpPr/>
          <p:nvPr/>
        </p:nvSpPr>
        <p:spPr>
          <a:xfrm>
            <a:off x="520612" y="2899841"/>
            <a:ext cx="292608" cy="292608"/>
          </a:xfrm>
          <a:prstGeom prst="ellipse">
            <a:avLst/>
          </a:prstGeom>
          <a:solidFill>
            <a:srgbClr val="F59E0B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13" name="t-456"/>
          <p:cNvSpPr txBox="1"/>
          <p:nvPr/>
        </p:nvSpPr>
        <p:spPr>
          <a:xfrm>
            <a:off x="520612" y="2899841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100" dirty="0"/>
          </a:p>
        </p:txBody>
      </p:sp>
      <p:graphicFrame>
        <p:nvGraphicFramePr>
          <p:cNvPr id="25" name="table-45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675120" y="1783080"/>
          <a:ext cx="4937760" cy="914400"/>
        </p:xfrm>
        <a:graphic>
          <a:graphicData uri="http://schemas.openxmlformats.org/drawingml/2006/table">
            <a:tbl>
              <a:tblPr/>
              <a:tblGrid>
                <a:gridCol w="822960"/>
                <a:gridCol w="2194560"/>
                <a:gridCol w="19202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등급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14300" marR="114300" marT="63500" marB="63500" anchor="ctr">
                    <a:lnL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B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뜻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14300" marR="114300" marT="63500" marB="63500" anchor="ctr">
                    <a:lnL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B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할 일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14300" marR="114300" marT="63500" marB="63500" anchor="ctr">
                    <a:lnL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B2D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위반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14300" marR="114300" marT="63500" marB="63500" anchor="ctr">
                    <a:lnL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KOSMO 규칙에 어긋남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14300" marR="114300" marT="63500" marB="63500" anchor="ctr">
                    <a:lnL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반드시 고칩니다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14300" marR="114300" marT="63500" marB="63500" anchor="ctr">
                    <a:lnL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경고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14300" marR="114300" marT="63500" marB="63500" anchor="ctr">
                    <a:lnL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표준 · 상호운용에 문제가 될 수 있음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14300" marR="114300" marT="63500" marB="63500" anchor="ctr">
                    <a:lnL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확인 후 「자동 고치기」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14300" marR="114300" marT="63500" marB="63500" anchor="ctr">
                    <a:lnL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참고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14300" marR="114300" marT="63500" marB="63500" anchor="ctr">
                    <a:lnL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고칠 필요 없음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14300" marR="114300" marT="63500" marB="63500" anchor="ctr">
                    <a:lnL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읽고 넘어갑니다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14300" marR="114300" marT="63500" marB="63500" anchor="ctr">
                    <a:lnL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5" name="step-458"/>
          <p:cNvSpPr/>
          <p:nvPr/>
        </p:nvSpPr>
        <p:spPr>
          <a:xfrm>
            <a:off x="6675120" y="3840480"/>
            <a:ext cx="329184" cy="329184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6" name="t-459"/>
          <p:cNvSpPr txBox="1"/>
          <p:nvPr/>
        </p:nvSpPr>
        <p:spPr>
          <a:xfrm>
            <a:off x="6675120" y="384048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200" dirty="0"/>
          </a:p>
        </p:txBody>
      </p:sp>
      <p:sp>
        <p:nvSpPr>
          <p:cNvPr id="17" name="t-460"/>
          <p:cNvSpPr txBox="1"/>
          <p:nvPr/>
        </p:nvSpPr>
        <p:spPr>
          <a:xfrm>
            <a:off x="7150608" y="3794760"/>
            <a:ext cx="44622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rgbClr val="0F1B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위반 — 빨간 칸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0건이 되도록 고칩니다.</a:t>
            </a:r>
            <a:endParaRPr lang="en-US" sz="1400" dirty="0"/>
          </a:p>
        </p:txBody>
      </p:sp>
      <p:sp>
        <p:nvSpPr>
          <p:cNvPr id="18" name="step-461"/>
          <p:cNvSpPr/>
          <p:nvPr/>
        </p:nvSpPr>
        <p:spPr>
          <a:xfrm>
            <a:off x="6675120" y="4800600"/>
            <a:ext cx="329184" cy="329184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9" name="t-462"/>
          <p:cNvSpPr txBox="1"/>
          <p:nvPr/>
        </p:nvSpPr>
        <p:spPr>
          <a:xfrm>
            <a:off x="6675120" y="4800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200" dirty="0"/>
          </a:p>
        </p:txBody>
      </p:sp>
      <p:sp>
        <p:nvSpPr>
          <p:cNvPr id="20" name="t-463"/>
          <p:cNvSpPr txBox="1"/>
          <p:nvPr/>
        </p:nvSpPr>
        <p:spPr>
          <a:xfrm>
            <a:off x="7150608" y="4754880"/>
            <a:ext cx="44622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rgbClr val="0F1B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경고 — 노란 칸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항목을 누르면 해당 요소로 이동합니다.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50">
                <a:solidFill>
                  <a:srgbClr val="8A94A6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r-464"/>
          <p:cNvSpPr/>
          <p:nvPr/>
        </p:nvSpPr>
        <p:spPr>
          <a:xfrm>
            <a:off x="548640" y="329184"/>
            <a:ext cx="384048" cy="54864"/>
          </a:xfrm>
          <a:prstGeom prst="rect">
            <a:avLst/>
          </a:prstGeom>
          <a:solidFill>
            <a:srgbClr val="2F7CF6"/>
          </a:solidFill>
          <a:ln w="12700">
            <a:solidFill>
              <a:srgbClr val="2F7CF6"/>
            </a:solidFill>
            <a:prstDash val="solid"/>
          </a:ln>
        </p:spPr>
      </p:sp>
      <p:sp>
        <p:nvSpPr>
          <p:cNvPr id="3" name="t-465"/>
          <p:cNvSpPr txBox="1"/>
          <p:nvPr/>
        </p:nvSpPr>
        <p:spPr>
          <a:xfrm>
            <a:off x="1024128" y="22860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F7C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검사와 자동 고치기</a:t>
            </a:r>
            <a:endParaRPr lang="en-US" sz="11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548640" y="566928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F1B2D"/>
                </a:solidFill>
              </a:rPr>
              <a:t>자동 고치기</a:t>
            </a:r>
            <a:endParaRPr lang="en-US" sz="2600" dirty="0"/>
          </a:p>
        </p:txBody>
      </p:sp>
      <p:sp>
        <p:nvSpPr>
          <p:cNvPr id="5" name="t-466"/>
          <p:cNvSpPr txBox="1"/>
          <p:nvPr/>
        </p:nvSpPr>
        <p:spPr>
          <a:xfrm>
            <a:off x="548640" y="1152144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고칠 수 있는 항목을 전 / 후로 보여 주고, 고른 것만 고칩니다</a:t>
            </a:r>
            <a:endParaRPr lang="en-US" sz="1400" dirty="0"/>
          </a:p>
        </p:txBody>
      </p:sp>
      <p:sp>
        <p:nvSpPr>
          <p:cNvPr id="6" name="frame-467"/>
          <p:cNvSpPr/>
          <p:nvPr/>
        </p:nvSpPr>
        <p:spPr>
          <a:xfrm>
            <a:off x="548640" y="1645920"/>
            <a:ext cx="6404770" cy="4023360"/>
          </a:xfrm>
          <a:prstGeom prst="rect">
            <a:avLst/>
          </a:prstGeom>
          <a:solidFill>
            <a:srgbClr val="0F1B2D"/>
          </a:solidFill>
          <a:ln w="9525">
            <a:solidFill>
              <a:srgbClr val="C9D2DE"/>
            </a:solidFill>
            <a:prstDash val="solid"/>
          </a:ln>
          <a:effectLst>
            <a:outerShdw sx="100000" sy="100000" kx="0" ky="0" algn="bl" rotWithShape="0" blurRad="127000" dist="38100" dir="5400000">
              <a:srgbClr val="0F1B2D">
                <a:alpha val="18000"/>
              </a:srgbClr>
            </a:outerShdw>
          </a:effectLst>
        </p:spPr>
      </p:sp>
      <p:pic>
        <p:nvPicPr>
          <p:cNvPr id="7" name="screen-468" descr="화면: a-fix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45920"/>
            <a:ext cx="6404770" cy="4023360"/>
          </a:xfrm>
          <a:prstGeom prst="rect">
            <a:avLst/>
          </a:prstGeom>
        </p:spPr>
      </p:pic>
      <p:sp>
        <p:nvSpPr>
          <p:cNvPr id="8" name="mark-469"/>
          <p:cNvSpPr/>
          <p:nvPr/>
        </p:nvSpPr>
        <p:spPr>
          <a:xfrm>
            <a:off x="679667" y="2260216"/>
            <a:ext cx="139701" cy="139701"/>
          </a:xfrm>
          <a:prstGeom prst="roundRect">
            <a:avLst>
              <a:gd name="adj" fmla="val 26182"/>
            </a:avLst>
          </a:prstGeom>
          <a:ln w="28575">
            <a:solidFill>
              <a:srgbClr val="F59E0B"/>
            </a:solidFill>
            <a:prstDash val="solid"/>
          </a:ln>
        </p:spPr>
      </p:sp>
      <p:sp>
        <p:nvSpPr>
          <p:cNvPr id="9" name="markdot-470"/>
          <p:cNvSpPr/>
          <p:nvPr/>
        </p:nvSpPr>
        <p:spPr>
          <a:xfrm>
            <a:off x="533363" y="2113912"/>
            <a:ext cx="292608" cy="292608"/>
          </a:xfrm>
          <a:prstGeom prst="ellipse">
            <a:avLst/>
          </a:prstGeom>
          <a:solidFill>
            <a:srgbClr val="F59E0B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10" name="t-471"/>
          <p:cNvSpPr txBox="1"/>
          <p:nvPr/>
        </p:nvSpPr>
        <p:spPr>
          <a:xfrm>
            <a:off x="533363" y="211391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100" dirty="0"/>
          </a:p>
        </p:txBody>
      </p:sp>
      <p:sp>
        <p:nvSpPr>
          <p:cNvPr id="11" name="mark-472"/>
          <p:cNvSpPr/>
          <p:nvPr/>
        </p:nvSpPr>
        <p:spPr>
          <a:xfrm>
            <a:off x="633086" y="2219458"/>
            <a:ext cx="6235877" cy="3039315"/>
          </a:xfrm>
          <a:prstGeom prst="roundRect">
            <a:avLst>
              <a:gd name="adj" fmla="val 1203"/>
            </a:avLst>
          </a:prstGeom>
          <a:ln w="28575">
            <a:solidFill>
              <a:srgbClr val="F59E0B"/>
            </a:solidFill>
            <a:prstDash val="solid"/>
          </a:ln>
        </p:spPr>
      </p:sp>
      <p:sp>
        <p:nvSpPr>
          <p:cNvPr id="12" name="markdot-473"/>
          <p:cNvSpPr/>
          <p:nvPr/>
        </p:nvSpPr>
        <p:spPr>
          <a:xfrm>
            <a:off x="486782" y="2073154"/>
            <a:ext cx="292608" cy="292608"/>
          </a:xfrm>
          <a:prstGeom prst="ellipse">
            <a:avLst/>
          </a:prstGeom>
          <a:solidFill>
            <a:srgbClr val="F59E0B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13" name="t-474"/>
          <p:cNvSpPr txBox="1"/>
          <p:nvPr/>
        </p:nvSpPr>
        <p:spPr>
          <a:xfrm>
            <a:off x="486782" y="207315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100" dirty="0"/>
          </a:p>
        </p:txBody>
      </p:sp>
      <p:sp>
        <p:nvSpPr>
          <p:cNvPr id="14" name="mark-475"/>
          <p:cNvSpPr/>
          <p:nvPr/>
        </p:nvSpPr>
        <p:spPr>
          <a:xfrm>
            <a:off x="627264" y="5340328"/>
            <a:ext cx="687017" cy="250329"/>
          </a:xfrm>
          <a:prstGeom prst="roundRect">
            <a:avLst>
              <a:gd name="adj" fmla="val 14611"/>
            </a:avLst>
          </a:prstGeom>
          <a:ln w="28575">
            <a:solidFill>
              <a:srgbClr val="F59E0B"/>
            </a:solidFill>
            <a:prstDash val="solid"/>
          </a:ln>
        </p:spPr>
      </p:sp>
      <p:sp>
        <p:nvSpPr>
          <p:cNvPr id="15" name="markdot-476"/>
          <p:cNvSpPr/>
          <p:nvPr/>
        </p:nvSpPr>
        <p:spPr>
          <a:xfrm>
            <a:off x="480960" y="5194024"/>
            <a:ext cx="292608" cy="292608"/>
          </a:xfrm>
          <a:prstGeom prst="ellipse">
            <a:avLst/>
          </a:prstGeom>
          <a:solidFill>
            <a:srgbClr val="F59E0B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16" name="t-477"/>
          <p:cNvSpPr txBox="1"/>
          <p:nvPr/>
        </p:nvSpPr>
        <p:spPr>
          <a:xfrm>
            <a:off x="480960" y="519402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100" dirty="0"/>
          </a:p>
        </p:txBody>
      </p:sp>
      <p:sp>
        <p:nvSpPr>
          <p:cNvPr id="17" name="step-478"/>
          <p:cNvSpPr/>
          <p:nvPr/>
        </p:nvSpPr>
        <p:spPr>
          <a:xfrm>
            <a:off x="8183880" y="1783080"/>
            <a:ext cx="329184" cy="329184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8" name="t-479"/>
          <p:cNvSpPr txBox="1"/>
          <p:nvPr/>
        </p:nvSpPr>
        <p:spPr>
          <a:xfrm>
            <a:off x="8183880" y="178308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200" dirty="0"/>
          </a:p>
        </p:txBody>
      </p:sp>
      <p:sp>
        <p:nvSpPr>
          <p:cNvPr id="19" name="t-480"/>
          <p:cNvSpPr txBox="1"/>
          <p:nvPr/>
        </p:nvSpPr>
        <p:spPr>
          <a:xfrm>
            <a:off x="8659368" y="1737360"/>
            <a:ext cx="299923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rgbClr val="0F1B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고칠 항목 고르기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체크를 빼면 그 항목은 건너뜁니다.</a:t>
            </a:r>
            <a:endParaRPr lang="en-US" sz="1400" dirty="0"/>
          </a:p>
        </p:txBody>
      </p:sp>
      <p:sp>
        <p:nvSpPr>
          <p:cNvPr id="20" name="step-481"/>
          <p:cNvSpPr/>
          <p:nvPr/>
        </p:nvSpPr>
        <p:spPr>
          <a:xfrm>
            <a:off x="8183880" y="2971800"/>
            <a:ext cx="329184" cy="329184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1" name="t-482"/>
          <p:cNvSpPr txBox="1"/>
          <p:nvPr/>
        </p:nvSpPr>
        <p:spPr>
          <a:xfrm>
            <a:off x="8183880" y="29718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200" dirty="0"/>
          </a:p>
        </p:txBody>
      </p:sp>
      <p:sp>
        <p:nvSpPr>
          <p:cNvPr id="22" name="t-483"/>
          <p:cNvSpPr txBox="1"/>
          <p:nvPr/>
        </p:nvSpPr>
        <p:spPr>
          <a:xfrm>
            <a:off x="8659368" y="2926080"/>
            <a:ext cx="299923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rgbClr val="0F1B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 / 후 확인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무엇이 어떻게 바뀌는지 미리 봅니다.</a:t>
            </a:r>
            <a:endParaRPr lang="en-US" sz="1400" dirty="0"/>
          </a:p>
        </p:txBody>
      </p:sp>
      <p:sp>
        <p:nvSpPr>
          <p:cNvPr id="23" name="step-484"/>
          <p:cNvSpPr/>
          <p:nvPr/>
        </p:nvSpPr>
        <p:spPr>
          <a:xfrm>
            <a:off x="8183880" y="4160520"/>
            <a:ext cx="329184" cy="329184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4" name="t-485"/>
          <p:cNvSpPr txBox="1"/>
          <p:nvPr/>
        </p:nvSpPr>
        <p:spPr>
          <a:xfrm>
            <a:off x="8183880" y="41605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200" dirty="0"/>
          </a:p>
        </p:txBody>
      </p:sp>
      <p:sp>
        <p:nvSpPr>
          <p:cNvPr id="25" name="t-486"/>
          <p:cNvSpPr txBox="1"/>
          <p:nvPr/>
        </p:nvSpPr>
        <p:spPr>
          <a:xfrm>
            <a:off x="8659368" y="4114800"/>
            <a:ext cx="299923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rgbClr val="0F1B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「고른 n건 반영」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반영한 뒤에도 「↶ 되돌리기」로 한 번에 돌아옵니다.</a:t>
            </a:r>
            <a:endParaRPr lang="en-US" sz="1400" dirty="0"/>
          </a:p>
        </p:txBody>
      </p:sp>
      <p:sp>
        <p:nvSpPr>
          <p:cNvPr id="26" name="note-487"/>
          <p:cNvSpPr/>
          <p:nvPr/>
        </p:nvSpPr>
        <p:spPr>
          <a:xfrm>
            <a:off x="548640" y="5760720"/>
            <a:ext cx="11064240" cy="502920"/>
          </a:xfrm>
          <a:prstGeom prst="rect">
            <a:avLst/>
          </a:prstGeom>
          <a:solidFill>
            <a:srgbClr val="EEF4FF"/>
          </a:solidFill>
          <a:ln w="12700">
            <a:solidFill>
              <a:srgbClr val="EEF4FF"/>
            </a:solidFill>
            <a:prstDash val="solid"/>
          </a:ln>
        </p:spPr>
      </p:sp>
      <p:sp>
        <p:nvSpPr>
          <p:cNvPr id="27" name="notebar-488"/>
          <p:cNvSpPr/>
          <p:nvPr/>
        </p:nvSpPr>
        <p:spPr>
          <a:xfrm>
            <a:off x="548640" y="5760720"/>
            <a:ext cx="64008" cy="502920"/>
          </a:xfrm>
          <a:prstGeom prst="rect">
            <a:avLst/>
          </a:prstGeom>
          <a:solidFill>
            <a:srgbClr val="2F7CF6"/>
          </a:solidFill>
          <a:ln w="12700">
            <a:solidFill>
              <a:srgbClr val="2F7CF6"/>
            </a:solidFill>
            <a:prstDash val="solid"/>
          </a:ln>
        </p:spPr>
      </p:sp>
      <p:sp>
        <p:nvSpPr>
          <p:cNvPr id="28" name="t-489"/>
          <p:cNvSpPr txBox="1"/>
          <p:nvPr/>
        </p:nvSpPr>
        <p:spPr>
          <a:xfrm>
            <a:off x="777240" y="5760720"/>
            <a:ext cx="10698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F7C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알아 두기  </a:t>
            </a:r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사람이 판단해야 하는 것(영문 정의 작성 등)은 자동으로 고치지 않습니다. 검사 결과에서 직접 확인하세요.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50">
                <a:solidFill>
                  <a:srgbClr val="8A94A6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-490"/>
          <p:cNvSpPr txBox="1"/>
          <p:nvPr/>
        </p:nvSpPr>
        <p:spPr>
          <a:xfrm>
            <a:off x="731520" y="2148840"/>
            <a:ext cx="14630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2F7C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06</a:t>
            </a:r>
            <a:endParaRPr lang="en-US" sz="6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2286000" y="2331720"/>
            <a:ext cx="8961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</a:rPr>
              <a:t>내보내기</a:t>
            </a:r>
            <a:endParaRPr lang="en-US" sz="3800" dirty="0"/>
          </a:p>
        </p:txBody>
      </p:sp>
      <p:sp>
        <p:nvSpPr>
          <p:cNvPr id="4" name="t-491"/>
          <p:cNvSpPr txBox="1"/>
          <p:nvPr/>
        </p:nvSpPr>
        <p:spPr>
          <a:xfrm>
            <a:off x="2286000" y="3246120"/>
            <a:ext cx="8961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9CC2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검증 결과서 · 문서용 자료 · AASX 내려받기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2286000" y="3977640"/>
            <a:ext cx="8961120" cy="0"/>
          </a:xfrm>
          <a:prstGeom prst="line">
            <a:avLst/>
          </a:prstGeom>
          <a:noFill/>
          <a:ln w="12700">
            <a:solidFill>
              <a:srgbClr val="2B3A52"/>
            </a:solidFill>
            <a:prstDash val="solid"/>
          </a:ln>
        </p:spPr>
      </p:sp>
      <p:sp>
        <p:nvSpPr>
          <p:cNvPr id="6" name="t-492"/>
          <p:cNvSpPr txBox="1"/>
          <p:nvPr/>
        </p:nvSpPr>
        <p:spPr>
          <a:xfrm>
            <a:off x="2286000" y="4160520"/>
            <a:ext cx="8961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400" dirty="0">
                <a:solidFill>
                  <a:srgbClr val="C9D4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검증 결과서는 인쇄하면 그대로 PDF가 됩니다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400" dirty="0">
                <a:solidFill>
                  <a:srgbClr val="C9D4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가이던스 문서에 넣을 UML 그림과 표를 만듭니다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400" dirty="0">
                <a:solidFill>
                  <a:srgbClr val="C9D4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AASX 내려받기는 회원만 할 수 있습니다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CC2FF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r-493"/>
          <p:cNvSpPr/>
          <p:nvPr/>
        </p:nvSpPr>
        <p:spPr>
          <a:xfrm>
            <a:off x="548640" y="329184"/>
            <a:ext cx="384048" cy="54864"/>
          </a:xfrm>
          <a:prstGeom prst="rect">
            <a:avLst/>
          </a:prstGeom>
          <a:solidFill>
            <a:srgbClr val="2F7CF6"/>
          </a:solidFill>
          <a:ln w="12700">
            <a:solidFill>
              <a:srgbClr val="2F7CF6"/>
            </a:solidFill>
            <a:prstDash val="solid"/>
          </a:ln>
        </p:spPr>
      </p:sp>
      <p:sp>
        <p:nvSpPr>
          <p:cNvPr id="3" name="t-494"/>
          <p:cNvSpPr txBox="1"/>
          <p:nvPr/>
        </p:nvSpPr>
        <p:spPr>
          <a:xfrm>
            <a:off x="1024128" y="22860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F7C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내보내기</a:t>
            </a:r>
            <a:endParaRPr lang="en-US" sz="11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548640" y="566928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F1B2D"/>
                </a:solidFill>
              </a:rPr>
              <a:t>검증 결과서 · 문서용 자료</a:t>
            </a:r>
            <a:endParaRPr lang="en-US" sz="2600" dirty="0"/>
          </a:p>
        </p:txBody>
      </p:sp>
      <p:sp>
        <p:nvSpPr>
          <p:cNvPr id="5" name="t-495"/>
          <p:cNvSpPr txBox="1"/>
          <p:nvPr/>
        </p:nvSpPr>
        <p:spPr>
          <a:xfrm>
            <a:off x="548640" y="1152144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내보내기 ▾ 메뉴에서 엽니다</a:t>
            </a:r>
            <a:endParaRPr lang="en-US" sz="1400" dirty="0"/>
          </a:p>
        </p:txBody>
      </p:sp>
      <p:sp>
        <p:nvSpPr>
          <p:cNvPr id="6" name="frame-496"/>
          <p:cNvSpPr/>
          <p:nvPr/>
        </p:nvSpPr>
        <p:spPr>
          <a:xfrm>
            <a:off x="548640" y="1711757"/>
            <a:ext cx="5120640" cy="3891686"/>
          </a:xfrm>
          <a:prstGeom prst="rect">
            <a:avLst/>
          </a:prstGeom>
          <a:solidFill>
            <a:srgbClr val="0F1B2D"/>
          </a:solidFill>
          <a:ln w="9525">
            <a:solidFill>
              <a:srgbClr val="C9D2DE"/>
            </a:solidFill>
            <a:prstDash val="solid"/>
          </a:ln>
          <a:effectLst>
            <a:outerShdw sx="100000" sy="100000" kx="0" ky="0" algn="bl" rotWithShape="0" blurRad="127000" dist="38100" dir="5400000">
              <a:srgbClr val="0F1B2D">
                <a:alpha val="18000"/>
              </a:srgbClr>
            </a:outerShdw>
          </a:effectLst>
        </p:spPr>
      </p:sp>
      <p:pic>
        <p:nvPicPr>
          <p:cNvPr id="7" name="screen-497" descr="화면: a-repor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711757"/>
            <a:ext cx="5120640" cy="3891686"/>
          </a:xfrm>
          <a:prstGeom prst="rect">
            <a:avLst/>
          </a:prstGeom>
        </p:spPr>
      </p:pic>
      <p:sp>
        <p:nvSpPr>
          <p:cNvPr id="8" name="frame-498"/>
          <p:cNvSpPr/>
          <p:nvPr/>
        </p:nvSpPr>
        <p:spPr>
          <a:xfrm>
            <a:off x="6770112" y="1645920"/>
            <a:ext cx="4107697" cy="4023360"/>
          </a:xfrm>
          <a:prstGeom prst="rect">
            <a:avLst/>
          </a:prstGeom>
          <a:solidFill>
            <a:srgbClr val="0F1B2D"/>
          </a:solidFill>
          <a:ln w="9525">
            <a:solidFill>
              <a:srgbClr val="C9D2DE"/>
            </a:solidFill>
            <a:prstDash val="solid"/>
          </a:ln>
          <a:effectLst>
            <a:outerShdw sx="100000" sy="100000" kx="0" ky="0" algn="bl" rotWithShape="0" blurRad="127000" dist="38100" dir="5400000">
              <a:srgbClr val="0F1B2D">
                <a:alpha val="18000"/>
              </a:srgbClr>
            </a:outerShdw>
          </a:effectLst>
        </p:spPr>
      </p:sp>
      <p:pic>
        <p:nvPicPr>
          <p:cNvPr id="9" name="screen-499" descr="화면: a-doc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70112" y="1645920"/>
            <a:ext cx="4107697" cy="4023360"/>
          </a:xfrm>
          <a:prstGeom prst="rect">
            <a:avLst/>
          </a:prstGeom>
        </p:spPr>
      </p:pic>
      <p:sp>
        <p:nvSpPr>
          <p:cNvPr id="10" name="t-500"/>
          <p:cNvSpPr txBox="1"/>
          <p:nvPr/>
        </p:nvSpPr>
        <p:spPr>
          <a:xfrm>
            <a:off x="548640" y="5760720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8A94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검증 결과서 — 인쇄 메뉴에서 PDF로 저장</a:t>
            </a:r>
            <a:endParaRPr lang="en-US" sz="1150" dirty="0"/>
          </a:p>
        </p:txBody>
      </p:sp>
      <p:sp>
        <p:nvSpPr>
          <p:cNvPr id="11" name="t-501"/>
          <p:cNvSpPr txBox="1"/>
          <p:nvPr/>
        </p:nvSpPr>
        <p:spPr>
          <a:xfrm>
            <a:off x="6035040" y="5760720"/>
            <a:ext cx="5577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8A94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문서용 자료 — UML 그림 · 표 · .docx 한 벌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50">
                <a:solidFill>
                  <a:srgbClr val="8A94A6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r-502"/>
          <p:cNvSpPr/>
          <p:nvPr/>
        </p:nvSpPr>
        <p:spPr>
          <a:xfrm>
            <a:off x="548640" y="329184"/>
            <a:ext cx="384048" cy="54864"/>
          </a:xfrm>
          <a:prstGeom prst="rect">
            <a:avLst/>
          </a:prstGeom>
          <a:solidFill>
            <a:srgbClr val="2F7CF6"/>
          </a:solidFill>
          <a:ln w="12700">
            <a:solidFill>
              <a:srgbClr val="2F7CF6"/>
            </a:solidFill>
            <a:prstDash val="solid"/>
          </a:ln>
        </p:spPr>
      </p:sp>
      <p:sp>
        <p:nvSpPr>
          <p:cNvPr id="3" name="t-503"/>
          <p:cNvSpPr txBox="1"/>
          <p:nvPr/>
        </p:nvSpPr>
        <p:spPr>
          <a:xfrm>
            <a:off x="1024128" y="22860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F7C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내보내기</a:t>
            </a:r>
            <a:endParaRPr lang="en-US" sz="11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548640" y="566928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F1B2D"/>
                </a:solidFill>
              </a:rPr>
              <a:t>AASX 내려받기</a:t>
            </a:r>
            <a:endParaRPr lang="en-US" sz="2600" dirty="0"/>
          </a:p>
        </p:txBody>
      </p:sp>
      <p:sp>
        <p:nvSpPr>
          <p:cNvPr id="5" name="t-504"/>
          <p:cNvSpPr txBox="1"/>
          <p:nvPr/>
        </p:nvSpPr>
        <p:spPr>
          <a:xfrm>
            <a:off x="548640" y="1152144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머리줄 오른쪽의 파란 단추입니다</a:t>
            </a:r>
            <a:endParaRPr lang="en-US" sz="1400" dirty="0"/>
          </a:p>
        </p:txBody>
      </p:sp>
      <p:sp>
        <p:nvSpPr>
          <p:cNvPr id="6" name="frame-505"/>
          <p:cNvSpPr/>
          <p:nvPr/>
        </p:nvSpPr>
        <p:spPr>
          <a:xfrm>
            <a:off x="6743700" y="1691640"/>
            <a:ext cx="4800600" cy="1005840"/>
          </a:xfrm>
          <a:prstGeom prst="rect">
            <a:avLst/>
          </a:prstGeom>
          <a:solidFill>
            <a:srgbClr val="0F1B2D"/>
          </a:solidFill>
          <a:ln w="9525">
            <a:solidFill>
              <a:srgbClr val="C9D2DE"/>
            </a:solidFill>
            <a:prstDash val="solid"/>
          </a:ln>
          <a:effectLst>
            <a:outerShdw sx="100000" sy="100000" kx="0" ky="0" algn="bl" rotWithShape="0" blurRad="127000" dist="38100" dir="5400000">
              <a:srgbClr val="0F1B2D">
                <a:alpha val="18000"/>
              </a:srgbClr>
            </a:outerShdw>
          </a:effectLst>
        </p:spPr>
      </p:sp>
      <p:pic>
        <p:nvPicPr>
          <p:cNvPr id="7" name="screen-506" descr="화면: a-header-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43700" y="1691640"/>
            <a:ext cx="4800600" cy="1005840"/>
          </a:xfrm>
          <a:prstGeom prst="rect">
            <a:avLst/>
          </a:prstGeom>
        </p:spPr>
      </p:pic>
      <p:sp>
        <p:nvSpPr>
          <p:cNvPr id="8" name="mark-507"/>
          <p:cNvSpPr/>
          <p:nvPr/>
        </p:nvSpPr>
        <p:spPr>
          <a:xfrm>
            <a:off x="10049256" y="2208276"/>
            <a:ext cx="1389888" cy="429768"/>
          </a:xfrm>
          <a:prstGeom prst="roundRect">
            <a:avLst>
              <a:gd name="adj" fmla="val 8511"/>
            </a:avLst>
          </a:prstGeom>
          <a:ln w="28575">
            <a:solidFill>
              <a:srgbClr val="F59E0B"/>
            </a:solidFill>
            <a:prstDash val="solid"/>
          </a:ln>
        </p:spPr>
      </p:sp>
      <p:sp>
        <p:nvSpPr>
          <p:cNvPr id="9" name="markdot-508"/>
          <p:cNvSpPr/>
          <p:nvPr/>
        </p:nvSpPr>
        <p:spPr>
          <a:xfrm>
            <a:off x="9902952" y="2061972"/>
            <a:ext cx="292608" cy="292608"/>
          </a:xfrm>
          <a:prstGeom prst="ellipse">
            <a:avLst/>
          </a:prstGeom>
          <a:solidFill>
            <a:srgbClr val="F59E0B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10" name="t-509"/>
          <p:cNvSpPr txBox="1"/>
          <p:nvPr/>
        </p:nvSpPr>
        <p:spPr>
          <a:xfrm>
            <a:off x="9902952" y="206197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100" dirty="0"/>
          </a:p>
        </p:txBody>
      </p:sp>
      <p:graphicFrame>
        <p:nvGraphicFramePr>
          <p:cNvPr id="29" name="table-51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783080"/>
          <a:ext cx="5669280" cy="914400"/>
        </p:xfrm>
        <a:graphic>
          <a:graphicData uri="http://schemas.openxmlformats.org/drawingml/2006/table">
            <a:tbl>
              <a:tblPr/>
              <a:tblGrid>
                <a:gridCol w="3566160"/>
                <a:gridCol w="210312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내려받기 전에 확인할 것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14300" marR="114300" marT="63500" marB="63500" anchor="ctr">
                    <a:lnL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B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어디서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14300" marR="114300" marT="63500" marB="63500" anchor="ctr">
                    <a:lnL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B2D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위반 0건</a:t>
                      </a:r>
                      <a:endParaRPr lang="en-US" sz="13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14300" marR="114300" marT="63500" marB="63500" anchor="ctr">
                    <a:lnL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머리줄 「위반 · 경고」</a:t>
                      </a:r>
                      <a:endParaRPr lang="en-US" sz="13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14300" marR="114300" marT="63500" marB="63500" anchor="ctr">
                    <a:lnL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경고는 자동 고치기로 정리</a:t>
                      </a:r>
                      <a:endParaRPr lang="en-US" sz="13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14300" marR="114300" marT="63500" marB="63500" anchor="ctr">
                    <a:lnL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자동 고치기</a:t>
                      </a:r>
                      <a:endParaRPr lang="en-US" sz="13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14300" marR="114300" marT="63500" marB="63500" anchor="ctr">
                    <a:lnL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명판 값 (제조사 · 모델 · 일련번호)</a:t>
                      </a:r>
                      <a:endParaRPr lang="en-US" sz="13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14300" marR="114300" marT="63500" marB="63500" anchor="ctr">
                    <a:lnL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서브모델 값 표</a:t>
                      </a:r>
                      <a:endParaRPr lang="en-US" sz="13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14300" marR="114300" marT="63500" marB="63500" anchor="ctr">
                    <a:lnL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대표 사진이 실제 사진인지</a:t>
                      </a:r>
                      <a:endParaRPr lang="en-US" sz="13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14300" marR="114300" marT="63500" marB="63500" anchor="ctr">
                    <a:lnL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AssetInformation</a:t>
                      </a:r>
                      <a:endParaRPr lang="en-US" sz="13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14300" marR="114300" marT="63500" marB="63500" anchor="ctr">
                    <a:lnL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</a:tbl>
          </a:graphicData>
        </a:graphic>
      </p:graphicFrame>
      <p:sp>
        <p:nvSpPr>
          <p:cNvPr id="12" name="step-511"/>
          <p:cNvSpPr/>
          <p:nvPr/>
        </p:nvSpPr>
        <p:spPr>
          <a:xfrm>
            <a:off x="6675120" y="2971800"/>
            <a:ext cx="329184" cy="329184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3" name="t-512"/>
          <p:cNvSpPr txBox="1"/>
          <p:nvPr/>
        </p:nvSpPr>
        <p:spPr>
          <a:xfrm>
            <a:off x="6675120" y="29718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200" dirty="0"/>
          </a:p>
        </p:txBody>
      </p:sp>
      <p:sp>
        <p:nvSpPr>
          <p:cNvPr id="14" name="t-513"/>
          <p:cNvSpPr txBox="1"/>
          <p:nvPr/>
        </p:nvSpPr>
        <p:spPr>
          <a:xfrm>
            <a:off x="7150608" y="2926080"/>
            <a:ext cx="44622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450" b="1" dirty="0">
                <a:solidFill>
                  <a:srgbClr val="0F1B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「AASX 내려받기」를 누릅니다</a:t>
            </a:r>
            <a:endParaRPr lang="en-US" sz="14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브라우저의 다운로드 폴더에 저장됩니다.</a:t>
            </a:r>
            <a:endParaRPr lang="en-US" sz="1450" dirty="0"/>
          </a:p>
        </p:txBody>
      </p:sp>
      <p:sp>
        <p:nvSpPr>
          <p:cNvPr id="15" name="step-514"/>
          <p:cNvSpPr/>
          <p:nvPr/>
        </p:nvSpPr>
        <p:spPr>
          <a:xfrm>
            <a:off x="6675120" y="4023360"/>
            <a:ext cx="329184" cy="329184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6" name="t-515"/>
          <p:cNvSpPr txBox="1"/>
          <p:nvPr/>
        </p:nvSpPr>
        <p:spPr>
          <a:xfrm>
            <a:off x="6675120" y="402336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200" dirty="0"/>
          </a:p>
        </p:txBody>
      </p:sp>
      <p:sp>
        <p:nvSpPr>
          <p:cNvPr id="17" name="t-516"/>
          <p:cNvSpPr txBox="1"/>
          <p:nvPr/>
        </p:nvSpPr>
        <p:spPr>
          <a:xfrm>
            <a:off x="7150608" y="3977640"/>
            <a:ext cx="44622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450" b="1" dirty="0">
                <a:solidFill>
                  <a:srgbClr val="0F1B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위반이 남아 있으면</a:t>
            </a:r>
            <a:endParaRPr lang="en-US" sz="14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번 더 묻습니다. 작업 중간 저장이라면 그대로 받아도 됩니다.</a:t>
            </a:r>
            <a:endParaRPr lang="en-US" sz="1450" dirty="0"/>
          </a:p>
        </p:txBody>
      </p:sp>
      <p:sp>
        <p:nvSpPr>
          <p:cNvPr id="18" name="step-517"/>
          <p:cNvSpPr/>
          <p:nvPr/>
        </p:nvSpPr>
        <p:spPr>
          <a:xfrm>
            <a:off x="6675120" y="5074920"/>
            <a:ext cx="329184" cy="329184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9" name="t-518"/>
          <p:cNvSpPr txBox="1"/>
          <p:nvPr/>
        </p:nvSpPr>
        <p:spPr>
          <a:xfrm>
            <a:off x="6675120" y="50749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-519"/>
          <p:cNvSpPr txBox="1"/>
          <p:nvPr/>
        </p:nvSpPr>
        <p:spPr>
          <a:xfrm>
            <a:off x="7150608" y="5029200"/>
            <a:ext cx="44622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450" b="1" dirty="0">
                <a:solidFill>
                  <a:srgbClr val="0F1B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데모 계정이면 🔒</a:t>
            </a:r>
            <a:endParaRPr lang="en-US" sz="14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누르면 회원가입 화면으로 이동합니다.</a:t>
            </a:r>
            <a:endParaRPr lang="en-US" sz="1450" dirty="0"/>
          </a:p>
        </p:txBody>
      </p:sp>
      <p:sp>
        <p:nvSpPr>
          <p:cNvPr id="21" name="note-520"/>
          <p:cNvSpPr/>
          <p:nvPr/>
        </p:nvSpPr>
        <p:spPr>
          <a:xfrm>
            <a:off x="548640" y="4297680"/>
            <a:ext cx="5669280" cy="548640"/>
          </a:xfrm>
          <a:prstGeom prst="rect">
            <a:avLst/>
          </a:prstGeom>
          <a:solidFill>
            <a:srgbClr val="FFF7E6"/>
          </a:solidFill>
          <a:ln w="12700">
            <a:solidFill>
              <a:srgbClr val="FFF7E6"/>
            </a:solidFill>
            <a:prstDash val="solid"/>
          </a:ln>
        </p:spPr>
      </p:sp>
      <p:sp>
        <p:nvSpPr>
          <p:cNvPr id="22" name="notebar-521"/>
          <p:cNvSpPr/>
          <p:nvPr/>
        </p:nvSpPr>
        <p:spPr>
          <a:xfrm>
            <a:off x="548640" y="4297680"/>
            <a:ext cx="64008" cy="54864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23" name="t-522"/>
          <p:cNvSpPr txBox="1"/>
          <p:nvPr/>
        </p:nvSpPr>
        <p:spPr>
          <a:xfrm>
            <a:off x="777240" y="4297680"/>
            <a:ext cx="5303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D9770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권장  </a:t>
            </a:r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완성본은 위반 0건 상태에서 내려받으세요. 공식 판정은 KOSMO Validator가 합니다.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50">
                <a:solidFill>
                  <a:srgbClr val="8A94A6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-523"/>
          <p:cNvSpPr txBox="1"/>
          <p:nvPr/>
        </p:nvSpPr>
        <p:spPr>
          <a:xfrm>
            <a:off x="731520" y="2148840"/>
            <a:ext cx="14630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2F7C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07</a:t>
            </a:r>
            <a:endParaRPr lang="en-US" sz="6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2286000" y="2331720"/>
            <a:ext cx="8961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</a:rPr>
              <a:t>공정과 레퍼런스 번들</a:t>
            </a:r>
            <a:endParaRPr lang="en-US" sz="3800" dirty="0"/>
          </a:p>
        </p:txBody>
      </p:sp>
      <p:sp>
        <p:nvSpPr>
          <p:cNvPr id="4" name="t-524"/>
          <p:cNvSpPr txBox="1"/>
          <p:nvPr/>
        </p:nvSpPr>
        <p:spPr>
          <a:xfrm>
            <a:off x="2286000" y="3246120"/>
            <a:ext cx="8961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9CC2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여러 설비를 공정으로 · ZIP 묶음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2286000" y="3977640"/>
            <a:ext cx="8961120" cy="0"/>
          </a:xfrm>
          <a:prstGeom prst="line">
            <a:avLst/>
          </a:prstGeom>
          <a:noFill/>
          <a:ln w="12700">
            <a:solidFill>
              <a:srgbClr val="2B3A52"/>
            </a:solidFill>
            <a:prstDash val="solid"/>
          </a:ln>
        </p:spPr>
      </p:sp>
      <p:sp>
        <p:nvSpPr>
          <p:cNvPr id="6" name="t-525"/>
          <p:cNvSpPr txBox="1"/>
          <p:nvPr/>
        </p:nvSpPr>
        <p:spPr>
          <a:xfrm>
            <a:off x="2286000" y="4160520"/>
            <a:ext cx="8961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400" dirty="0">
                <a:solidFill>
                  <a:srgbClr val="C9D4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회사 → 공정 → 설비를 한 트리로 구성합니다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400" dirty="0">
                <a:solidFill>
                  <a:srgbClr val="C9D4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공정과 설비 파일을 번들 하나로 내보냅니다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CC2FF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29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r-526"/>
          <p:cNvSpPr/>
          <p:nvPr/>
        </p:nvSpPr>
        <p:spPr>
          <a:xfrm>
            <a:off x="548640" y="329184"/>
            <a:ext cx="384048" cy="54864"/>
          </a:xfrm>
          <a:prstGeom prst="rect">
            <a:avLst/>
          </a:prstGeom>
          <a:solidFill>
            <a:srgbClr val="2F7CF6"/>
          </a:solidFill>
          <a:ln w="12700">
            <a:solidFill>
              <a:srgbClr val="2F7CF6"/>
            </a:solidFill>
            <a:prstDash val="solid"/>
          </a:ln>
        </p:spPr>
      </p:sp>
      <p:sp>
        <p:nvSpPr>
          <p:cNvPr id="3" name="t-527"/>
          <p:cNvSpPr txBox="1"/>
          <p:nvPr/>
        </p:nvSpPr>
        <p:spPr>
          <a:xfrm>
            <a:off x="1024128" y="22860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F7C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공정과 레퍼런스 번들</a:t>
            </a:r>
            <a:endParaRPr lang="en-US" sz="11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548640" y="566928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F1B2D"/>
                </a:solidFill>
              </a:rPr>
              <a:t>공정 구성</a:t>
            </a:r>
            <a:endParaRPr lang="en-US" sz="2600" dirty="0"/>
          </a:p>
        </p:txBody>
      </p:sp>
      <p:sp>
        <p:nvSpPr>
          <p:cNvPr id="5" name="t-528"/>
          <p:cNvSpPr txBox="1"/>
          <p:nvPr/>
        </p:nvSpPr>
        <p:spPr>
          <a:xfrm>
            <a:off x="548640" y="1152144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새로 만들기 → 그룹(회사 · 공정)으로 시작합니다</a:t>
            </a:r>
            <a:endParaRPr lang="en-US" sz="1400" dirty="0"/>
          </a:p>
        </p:txBody>
      </p:sp>
      <p:sp>
        <p:nvSpPr>
          <p:cNvPr id="6" name="frame-529"/>
          <p:cNvSpPr/>
          <p:nvPr/>
        </p:nvSpPr>
        <p:spPr>
          <a:xfrm>
            <a:off x="548640" y="1645920"/>
            <a:ext cx="4481124" cy="4389120"/>
          </a:xfrm>
          <a:prstGeom prst="rect">
            <a:avLst/>
          </a:prstGeom>
          <a:solidFill>
            <a:srgbClr val="0F1B2D"/>
          </a:solidFill>
          <a:ln w="9525">
            <a:solidFill>
              <a:srgbClr val="C9D2DE"/>
            </a:solidFill>
            <a:prstDash val="solid"/>
          </a:ln>
          <a:effectLst>
            <a:outerShdw sx="100000" sy="100000" kx="0" ky="0" algn="bl" rotWithShape="0" blurRad="127000" dist="38100" dir="5400000">
              <a:srgbClr val="0F1B2D">
                <a:alpha val="18000"/>
              </a:srgbClr>
            </a:outerShdw>
          </a:effectLst>
        </p:spPr>
      </p:sp>
      <p:pic>
        <p:nvPicPr>
          <p:cNvPr id="7" name="screen-530" descr="화면: a-group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45920"/>
            <a:ext cx="4481124" cy="4389120"/>
          </a:xfrm>
          <a:prstGeom prst="rect">
            <a:avLst/>
          </a:prstGeom>
        </p:spPr>
      </p:pic>
      <p:sp>
        <p:nvSpPr>
          <p:cNvPr id="8" name="mark-531"/>
          <p:cNvSpPr/>
          <p:nvPr/>
        </p:nvSpPr>
        <p:spPr>
          <a:xfrm>
            <a:off x="4131842" y="3015620"/>
            <a:ext cx="383315" cy="193896"/>
          </a:xfrm>
          <a:prstGeom prst="roundRect">
            <a:avLst>
              <a:gd name="adj" fmla="val 18864"/>
            </a:avLst>
          </a:prstGeom>
          <a:ln w="28575">
            <a:solidFill>
              <a:srgbClr val="F59E0B"/>
            </a:solidFill>
            <a:prstDash val="solid"/>
          </a:ln>
        </p:spPr>
      </p:sp>
      <p:sp>
        <p:nvSpPr>
          <p:cNvPr id="9" name="markdot-532"/>
          <p:cNvSpPr/>
          <p:nvPr/>
        </p:nvSpPr>
        <p:spPr>
          <a:xfrm>
            <a:off x="3985538" y="2869316"/>
            <a:ext cx="292608" cy="292608"/>
          </a:xfrm>
          <a:prstGeom prst="ellipse">
            <a:avLst/>
          </a:prstGeom>
          <a:solidFill>
            <a:srgbClr val="F59E0B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10" name="t-533"/>
          <p:cNvSpPr txBox="1"/>
          <p:nvPr/>
        </p:nvSpPr>
        <p:spPr>
          <a:xfrm>
            <a:off x="3985538" y="286931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100" dirty="0"/>
          </a:p>
        </p:txBody>
      </p:sp>
      <p:sp>
        <p:nvSpPr>
          <p:cNvPr id="11" name="mark-534"/>
          <p:cNvSpPr/>
          <p:nvPr/>
        </p:nvSpPr>
        <p:spPr>
          <a:xfrm>
            <a:off x="4499857" y="3015620"/>
            <a:ext cx="383315" cy="193896"/>
          </a:xfrm>
          <a:prstGeom prst="roundRect">
            <a:avLst>
              <a:gd name="adj" fmla="val 18864"/>
            </a:avLst>
          </a:prstGeom>
          <a:ln w="28575">
            <a:solidFill>
              <a:srgbClr val="F59E0B"/>
            </a:solidFill>
            <a:prstDash val="solid"/>
          </a:ln>
        </p:spPr>
      </p:sp>
      <p:sp>
        <p:nvSpPr>
          <p:cNvPr id="12" name="markdot-535"/>
          <p:cNvSpPr/>
          <p:nvPr/>
        </p:nvSpPr>
        <p:spPr>
          <a:xfrm>
            <a:off x="4353553" y="2869316"/>
            <a:ext cx="292608" cy="292608"/>
          </a:xfrm>
          <a:prstGeom prst="ellipse">
            <a:avLst/>
          </a:prstGeom>
          <a:solidFill>
            <a:srgbClr val="F59E0B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13" name="t-536"/>
          <p:cNvSpPr txBox="1"/>
          <p:nvPr/>
        </p:nvSpPr>
        <p:spPr>
          <a:xfrm>
            <a:off x="4353553" y="286931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100" dirty="0"/>
          </a:p>
        </p:txBody>
      </p:sp>
      <p:sp>
        <p:nvSpPr>
          <p:cNvPr id="14" name="mark-537"/>
          <p:cNvSpPr/>
          <p:nvPr/>
        </p:nvSpPr>
        <p:spPr>
          <a:xfrm>
            <a:off x="1788453" y="3378223"/>
            <a:ext cx="258839" cy="166836"/>
          </a:xfrm>
          <a:prstGeom prst="roundRect">
            <a:avLst>
              <a:gd name="adj" fmla="val 21923"/>
            </a:avLst>
          </a:prstGeom>
          <a:ln w="28575">
            <a:solidFill>
              <a:srgbClr val="F59E0B"/>
            </a:solidFill>
            <a:prstDash val="solid"/>
          </a:ln>
        </p:spPr>
      </p:sp>
      <p:sp>
        <p:nvSpPr>
          <p:cNvPr id="15" name="markdot-538"/>
          <p:cNvSpPr/>
          <p:nvPr/>
        </p:nvSpPr>
        <p:spPr>
          <a:xfrm>
            <a:off x="1642149" y="3231919"/>
            <a:ext cx="292608" cy="292608"/>
          </a:xfrm>
          <a:prstGeom prst="ellipse">
            <a:avLst/>
          </a:prstGeom>
          <a:solidFill>
            <a:srgbClr val="F59E0B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16" name="t-539"/>
          <p:cNvSpPr txBox="1"/>
          <p:nvPr/>
        </p:nvSpPr>
        <p:spPr>
          <a:xfrm>
            <a:off x="1642149" y="3231919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100" dirty="0"/>
          </a:p>
        </p:txBody>
      </p:sp>
      <p:sp>
        <p:nvSpPr>
          <p:cNvPr id="17" name="step-540"/>
          <p:cNvSpPr/>
          <p:nvPr/>
        </p:nvSpPr>
        <p:spPr>
          <a:xfrm>
            <a:off x="7315200" y="1783080"/>
            <a:ext cx="329184" cy="329184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8" name="t-541"/>
          <p:cNvSpPr txBox="1"/>
          <p:nvPr/>
        </p:nvSpPr>
        <p:spPr>
          <a:xfrm>
            <a:off x="7315200" y="178308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200" dirty="0"/>
          </a:p>
        </p:txBody>
      </p:sp>
      <p:sp>
        <p:nvSpPr>
          <p:cNvPr id="19" name="t-542"/>
          <p:cNvSpPr txBox="1"/>
          <p:nvPr/>
        </p:nvSpPr>
        <p:spPr>
          <a:xfrm>
            <a:off x="7790688" y="1737360"/>
            <a:ext cx="382219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450" b="1" dirty="0">
                <a:solidFill>
                  <a:srgbClr val="0F1B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「＋ 공정」</a:t>
            </a:r>
            <a:endParaRPr lang="en-US" sz="14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회사 아래에 공정 · 라인을 만듭니다(파일 없음).</a:t>
            </a:r>
            <a:endParaRPr lang="en-US" sz="1450" dirty="0"/>
          </a:p>
        </p:txBody>
      </p:sp>
      <p:sp>
        <p:nvSpPr>
          <p:cNvPr id="20" name="step-543"/>
          <p:cNvSpPr/>
          <p:nvPr/>
        </p:nvSpPr>
        <p:spPr>
          <a:xfrm>
            <a:off x="7315200" y="3108960"/>
            <a:ext cx="329184" cy="329184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1" name="t-544"/>
          <p:cNvSpPr txBox="1"/>
          <p:nvPr/>
        </p:nvSpPr>
        <p:spPr>
          <a:xfrm>
            <a:off x="7315200" y="310896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200" dirty="0"/>
          </a:p>
        </p:txBody>
      </p:sp>
      <p:sp>
        <p:nvSpPr>
          <p:cNvPr id="22" name="t-545"/>
          <p:cNvSpPr txBox="1"/>
          <p:nvPr/>
        </p:nvSpPr>
        <p:spPr>
          <a:xfrm>
            <a:off x="7790688" y="3063240"/>
            <a:ext cx="382219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450" b="1" dirty="0">
                <a:solidFill>
                  <a:srgbClr val="0F1B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「＋ 설비」</a:t>
            </a:r>
            <a:endParaRPr lang="en-US" sz="14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업로드한 설비 파일에서 고르거나 「PC에서 가져오기」로 바로 올립니다.</a:t>
            </a:r>
            <a:endParaRPr lang="en-US" sz="1450" dirty="0"/>
          </a:p>
        </p:txBody>
      </p:sp>
      <p:sp>
        <p:nvSpPr>
          <p:cNvPr id="23" name="step-546"/>
          <p:cNvSpPr/>
          <p:nvPr/>
        </p:nvSpPr>
        <p:spPr>
          <a:xfrm>
            <a:off x="7315200" y="4434840"/>
            <a:ext cx="329184" cy="329184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4" name="t-547"/>
          <p:cNvSpPr txBox="1"/>
          <p:nvPr/>
        </p:nvSpPr>
        <p:spPr>
          <a:xfrm>
            <a:off x="7315200" y="443484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200" dirty="0"/>
          </a:p>
        </p:txBody>
      </p:sp>
      <p:sp>
        <p:nvSpPr>
          <p:cNvPr id="25" name="t-548"/>
          <p:cNvSpPr txBox="1"/>
          <p:nvPr/>
        </p:nvSpPr>
        <p:spPr>
          <a:xfrm>
            <a:off x="7790688" y="4389120"/>
            <a:ext cx="382219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450" b="1" dirty="0">
                <a:solidFill>
                  <a:srgbClr val="0F1B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기종 여러 대 — ×N</a:t>
            </a:r>
            <a:endParaRPr lang="en-US" sz="14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파일을 복사하지 않고 대수만 늘립니다. 호기별 값이 필요하면 「호기별로 나누기」.</a:t>
            </a:r>
            <a:endParaRPr lang="en-US" sz="14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50">
                <a:solidFill>
                  <a:srgbClr val="8A94A6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30</a:t>
            </a:fld>
            <a:endParaRPr lang="en-US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r-549"/>
          <p:cNvSpPr/>
          <p:nvPr/>
        </p:nvSpPr>
        <p:spPr>
          <a:xfrm>
            <a:off x="548640" y="329184"/>
            <a:ext cx="384048" cy="54864"/>
          </a:xfrm>
          <a:prstGeom prst="rect">
            <a:avLst/>
          </a:prstGeom>
          <a:solidFill>
            <a:srgbClr val="2F7CF6"/>
          </a:solidFill>
          <a:ln w="12700">
            <a:solidFill>
              <a:srgbClr val="2F7CF6"/>
            </a:solidFill>
            <a:prstDash val="solid"/>
          </a:ln>
        </p:spPr>
      </p:sp>
      <p:sp>
        <p:nvSpPr>
          <p:cNvPr id="3" name="t-550"/>
          <p:cNvSpPr txBox="1"/>
          <p:nvPr/>
        </p:nvSpPr>
        <p:spPr>
          <a:xfrm>
            <a:off x="1024128" y="22860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F7C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공정과 레퍼런스 번들</a:t>
            </a:r>
            <a:endParaRPr lang="en-US" sz="11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548640" y="566928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F1B2D"/>
                </a:solidFill>
              </a:rPr>
              <a:t>레퍼런스 번들</a:t>
            </a:r>
            <a:endParaRPr lang="en-US" sz="2600" dirty="0"/>
          </a:p>
        </p:txBody>
      </p:sp>
      <p:sp>
        <p:nvSpPr>
          <p:cNvPr id="5" name="t-551"/>
          <p:cNvSpPr txBox="1"/>
          <p:nvPr/>
        </p:nvSpPr>
        <p:spPr>
          <a:xfrm>
            <a:off x="548640" y="1152144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공정 파일에서 내보내기 ▾ → 레퍼런스 번들</a:t>
            </a:r>
            <a:endParaRPr lang="en-US" sz="1400" dirty="0"/>
          </a:p>
        </p:txBody>
      </p:sp>
      <p:sp>
        <p:nvSpPr>
          <p:cNvPr id="6" name="frame-552"/>
          <p:cNvSpPr/>
          <p:nvPr/>
        </p:nvSpPr>
        <p:spPr>
          <a:xfrm>
            <a:off x="548640" y="1645920"/>
            <a:ext cx="6013775" cy="4617720"/>
          </a:xfrm>
          <a:prstGeom prst="rect">
            <a:avLst/>
          </a:prstGeom>
          <a:solidFill>
            <a:srgbClr val="0F1B2D"/>
          </a:solidFill>
          <a:ln w="9525">
            <a:solidFill>
              <a:srgbClr val="C9D2DE"/>
            </a:solidFill>
            <a:prstDash val="solid"/>
          </a:ln>
          <a:effectLst>
            <a:outerShdw sx="100000" sy="100000" kx="0" ky="0" algn="bl" rotWithShape="0" blurRad="127000" dist="38100" dir="5400000">
              <a:srgbClr val="0F1B2D">
                <a:alpha val="18000"/>
              </a:srgbClr>
            </a:outerShdw>
          </a:effectLst>
        </p:spPr>
      </p:sp>
      <p:pic>
        <p:nvPicPr>
          <p:cNvPr id="7" name="screen-553" descr="화면: a-bund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45920"/>
            <a:ext cx="6013775" cy="4617720"/>
          </a:xfrm>
          <a:prstGeom prst="rect">
            <a:avLst/>
          </a:prstGeom>
        </p:spPr>
      </p:pic>
      <p:sp>
        <p:nvSpPr>
          <p:cNvPr id="8" name="mark-554"/>
          <p:cNvSpPr/>
          <p:nvPr/>
        </p:nvSpPr>
        <p:spPr>
          <a:xfrm>
            <a:off x="731414" y="2437230"/>
            <a:ext cx="1024541" cy="278786"/>
          </a:xfrm>
          <a:prstGeom prst="roundRect">
            <a:avLst>
              <a:gd name="adj" fmla="val 13120"/>
            </a:avLst>
          </a:prstGeom>
          <a:ln w="28575">
            <a:solidFill>
              <a:srgbClr val="F59E0B"/>
            </a:solidFill>
            <a:prstDash val="solid"/>
          </a:ln>
        </p:spPr>
      </p:sp>
      <p:sp>
        <p:nvSpPr>
          <p:cNvPr id="9" name="markdot-555"/>
          <p:cNvSpPr/>
          <p:nvPr/>
        </p:nvSpPr>
        <p:spPr>
          <a:xfrm>
            <a:off x="585110" y="2290926"/>
            <a:ext cx="292608" cy="292608"/>
          </a:xfrm>
          <a:prstGeom prst="ellipse">
            <a:avLst/>
          </a:prstGeom>
          <a:solidFill>
            <a:srgbClr val="F59E0B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10" name="t-556"/>
          <p:cNvSpPr txBox="1"/>
          <p:nvPr/>
        </p:nvSpPr>
        <p:spPr>
          <a:xfrm>
            <a:off x="585110" y="229092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100" dirty="0"/>
          </a:p>
        </p:txBody>
      </p:sp>
      <p:sp>
        <p:nvSpPr>
          <p:cNvPr id="11" name="mark-557"/>
          <p:cNvSpPr/>
          <p:nvPr/>
        </p:nvSpPr>
        <p:spPr>
          <a:xfrm>
            <a:off x="653855" y="3600609"/>
            <a:ext cx="5803345" cy="213159"/>
          </a:xfrm>
          <a:prstGeom prst="roundRect">
            <a:avLst>
              <a:gd name="adj" fmla="val 17159"/>
            </a:avLst>
          </a:prstGeom>
          <a:ln w="28575">
            <a:solidFill>
              <a:srgbClr val="F59E0B"/>
            </a:solidFill>
            <a:prstDash val="solid"/>
          </a:ln>
        </p:spPr>
      </p:sp>
      <p:sp>
        <p:nvSpPr>
          <p:cNvPr id="12" name="markdot-558"/>
          <p:cNvSpPr/>
          <p:nvPr/>
        </p:nvSpPr>
        <p:spPr>
          <a:xfrm>
            <a:off x="507551" y="3454305"/>
            <a:ext cx="292608" cy="292608"/>
          </a:xfrm>
          <a:prstGeom prst="ellipse">
            <a:avLst/>
          </a:prstGeom>
          <a:solidFill>
            <a:srgbClr val="F59E0B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13" name="t-559"/>
          <p:cNvSpPr txBox="1"/>
          <p:nvPr/>
        </p:nvSpPr>
        <p:spPr>
          <a:xfrm>
            <a:off x="507551" y="3454305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100" dirty="0"/>
          </a:p>
        </p:txBody>
      </p:sp>
      <p:sp>
        <p:nvSpPr>
          <p:cNvPr id="14" name="step-560"/>
          <p:cNvSpPr/>
          <p:nvPr/>
        </p:nvSpPr>
        <p:spPr>
          <a:xfrm>
            <a:off x="7863840" y="1783080"/>
            <a:ext cx="329184" cy="329184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5" name="t-561"/>
          <p:cNvSpPr txBox="1"/>
          <p:nvPr/>
        </p:nvSpPr>
        <p:spPr>
          <a:xfrm>
            <a:off x="7863840" y="178308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200" dirty="0"/>
          </a:p>
        </p:txBody>
      </p:sp>
      <p:sp>
        <p:nvSpPr>
          <p:cNvPr id="16" name="t-562"/>
          <p:cNvSpPr txBox="1"/>
          <p:nvPr/>
        </p:nvSpPr>
        <p:spPr>
          <a:xfrm>
            <a:off x="8339328" y="1737360"/>
            <a:ext cx="327355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rgbClr val="0F1B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구성과 준비 상태 확인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설비 · 사전 점검 · 공통 항목 · 실동작 증빙을 한 화면에서 봅니다.</a:t>
            </a:r>
            <a:endParaRPr lang="en-US" sz="1400" dirty="0"/>
          </a:p>
        </p:txBody>
      </p:sp>
      <p:sp>
        <p:nvSpPr>
          <p:cNvPr id="17" name="step-563"/>
          <p:cNvSpPr/>
          <p:nvPr/>
        </p:nvSpPr>
        <p:spPr>
          <a:xfrm>
            <a:off x="7863840" y="3108960"/>
            <a:ext cx="329184" cy="329184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8" name="t-564"/>
          <p:cNvSpPr txBox="1"/>
          <p:nvPr/>
        </p:nvSpPr>
        <p:spPr>
          <a:xfrm>
            <a:off x="7863840" y="310896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200" dirty="0"/>
          </a:p>
        </p:txBody>
      </p:sp>
      <p:sp>
        <p:nvSpPr>
          <p:cNvPr id="19" name="t-565"/>
          <p:cNvSpPr txBox="1"/>
          <p:nvPr/>
        </p:nvSpPr>
        <p:spPr>
          <a:xfrm>
            <a:off x="8339328" y="3063240"/>
            <a:ext cx="327355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rgbClr val="0F1B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「번들 내보내기(.zip)」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공정 · 설비 AASX · 해시(manifest) · 폴더 구조가 함께 들어갑니다(회원).</a:t>
            </a:r>
            <a:endParaRPr lang="en-US" sz="1400" dirty="0"/>
          </a:p>
        </p:txBody>
      </p:sp>
      <p:sp>
        <p:nvSpPr>
          <p:cNvPr id="20" name="step-566"/>
          <p:cNvSpPr/>
          <p:nvPr/>
        </p:nvSpPr>
        <p:spPr>
          <a:xfrm>
            <a:off x="7863840" y="4434840"/>
            <a:ext cx="329184" cy="329184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1" name="t-567"/>
          <p:cNvSpPr txBox="1"/>
          <p:nvPr/>
        </p:nvSpPr>
        <p:spPr>
          <a:xfrm>
            <a:off x="7863840" y="443484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200" dirty="0"/>
          </a:p>
        </p:txBody>
      </p:sp>
      <p:sp>
        <p:nvSpPr>
          <p:cNvPr id="22" name="t-568"/>
          <p:cNvSpPr txBox="1"/>
          <p:nvPr/>
        </p:nvSpPr>
        <p:spPr>
          <a:xfrm>
            <a:off x="8339328" y="4389120"/>
            <a:ext cx="327355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rgbClr val="0F1B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받는 쪽은 「번들 열기」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파일이 바뀌지 않았는지 해시로 확인합니다.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50">
                <a:solidFill>
                  <a:srgbClr val="8A94A6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31</a:t>
            </a:fld>
            <a:endParaRPr lang="en-US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-569"/>
          <p:cNvSpPr txBox="1"/>
          <p:nvPr/>
        </p:nvSpPr>
        <p:spPr>
          <a:xfrm>
            <a:off x="731520" y="2148840"/>
            <a:ext cx="14630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2F7C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08</a:t>
            </a:r>
            <a:endParaRPr lang="en-US" sz="6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2286000" y="2331720"/>
            <a:ext cx="8961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</a:rPr>
              <a:t>현장 값 수집과 제공</a:t>
            </a:r>
            <a:endParaRPr lang="en-US" sz="3800" dirty="0"/>
          </a:p>
        </p:txBody>
      </p:sp>
      <p:sp>
        <p:nvSpPr>
          <p:cNvPr id="4" name="t-570"/>
          <p:cNvSpPr txBox="1"/>
          <p:nvPr/>
        </p:nvSpPr>
        <p:spPr>
          <a:xfrm>
            <a:off x="2286000" y="3246120"/>
            <a:ext cx="8961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9CC2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가상 PLC로 시험 · OPC UA로 상위 시스템에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2286000" y="3977640"/>
            <a:ext cx="8961120" cy="0"/>
          </a:xfrm>
          <a:prstGeom prst="line">
            <a:avLst/>
          </a:prstGeom>
          <a:noFill/>
          <a:ln w="12700">
            <a:solidFill>
              <a:srgbClr val="2B3A52"/>
            </a:solidFill>
            <a:prstDash val="solid"/>
          </a:ln>
        </p:spPr>
      </p:sp>
      <p:sp>
        <p:nvSpPr>
          <p:cNvPr id="6" name="t-571"/>
          <p:cNvSpPr txBox="1"/>
          <p:nvPr/>
        </p:nvSpPr>
        <p:spPr>
          <a:xfrm>
            <a:off x="2286000" y="4160520"/>
            <a:ext cx="8961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400" dirty="0">
                <a:solidFill>
                  <a:srgbClr val="C9D4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 PLC가 없어도 가상 PLC로 바로 시험합니다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400" dirty="0">
                <a:solidFill>
                  <a:srgbClr val="C9D4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수집값은 시계열로만 쌓이고 AASX에는 반영하지 않습니다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CC2FF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32</a:t>
            </a:fld>
            <a:endParaRPr lang="en-US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r-572"/>
          <p:cNvSpPr/>
          <p:nvPr/>
        </p:nvSpPr>
        <p:spPr>
          <a:xfrm>
            <a:off x="548640" y="329184"/>
            <a:ext cx="384048" cy="54864"/>
          </a:xfrm>
          <a:prstGeom prst="rect">
            <a:avLst/>
          </a:prstGeom>
          <a:solidFill>
            <a:srgbClr val="2F7CF6"/>
          </a:solidFill>
          <a:ln w="12700">
            <a:solidFill>
              <a:srgbClr val="2F7CF6"/>
            </a:solidFill>
            <a:prstDash val="solid"/>
          </a:ln>
        </p:spPr>
      </p:sp>
      <p:sp>
        <p:nvSpPr>
          <p:cNvPr id="3" name="t-573"/>
          <p:cNvSpPr txBox="1"/>
          <p:nvPr/>
        </p:nvSpPr>
        <p:spPr>
          <a:xfrm>
            <a:off x="1024128" y="22860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F7C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현장 값 수집과 제공</a:t>
            </a:r>
            <a:endParaRPr lang="en-US" sz="11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548640" y="566928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F1B2D"/>
                </a:solidFill>
              </a:rPr>
              <a:t>설비에서 값 수집하기</a:t>
            </a:r>
            <a:endParaRPr lang="en-US" sz="2600" dirty="0"/>
          </a:p>
        </p:txBody>
      </p:sp>
      <p:sp>
        <p:nvSpPr>
          <p:cNvPr id="5" name="t-574"/>
          <p:cNvSpPr txBox="1"/>
          <p:nvPr/>
        </p:nvSpPr>
        <p:spPr>
          <a:xfrm>
            <a:off x="548640" y="1152144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오른쪽 「수집」 칸에서 합니다</a:t>
            </a:r>
            <a:endParaRPr lang="en-US" sz="1400" dirty="0"/>
          </a:p>
        </p:txBody>
      </p:sp>
      <p:sp>
        <p:nvSpPr>
          <p:cNvPr id="6" name="frame-575"/>
          <p:cNvSpPr/>
          <p:nvPr/>
        </p:nvSpPr>
        <p:spPr>
          <a:xfrm>
            <a:off x="735748" y="1645920"/>
            <a:ext cx="2277544" cy="4617720"/>
          </a:xfrm>
          <a:prstGeom prst="rect">
            <a:avLst/>
          </a:prstGeom>
          <a:solidFill>
            <a:srgbClr val="0F1B2D"/>
          </a:solidFill>
          <a:ln w="9525">
            <a:solidFill>
              <a:srgbClr val="C9D2DE"/>
            </a:solidFill>
            <a:prstDash val="solid"/>
          </a:ln>
          <a:effectLst>
            <a:outerShdw sx="100000" sy="100000" kx="0" ky="0" algn="bl" rotWithShape="0" blurRad="127000" dist="38100" dir="5400000">
              <a:srgbClr val="0F1B2D">
                <a:alpha val="18000"/>
              </a:srgbClr>
            </a:outerShdw>
          </a:effectLst>
        </p:spPr>
      </p:sp>
      <p:pic>
        <p:nvPicPr>
          <p:cNvPr id="7" name="screen-576" descr="화면: a-collect-empty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5748" y="1645920"/>
            <a:ext cx="2277544" cy="4617720"/>
          </a:xfrm>
          <a:prstGeom prst="rect">
            <a:avLst/>
          </a:prstGeom>
        </p:spPr>
      </p:pic>
      <p:sp>
        <p:nvSpPr>
          <p:cNvPr id="8" name="mark-577"/>
          <p:cNvSpPr/>
          <p:nvPr/>
        </p:nvSpPr>
        <p:spPr>
          <a:xfrm>
            <a:off x="794846" y="3077238"/>
            <a:ext cx="1231249" cy="246212"/>
          </a:xfrm>
          <a:prstGeom prst="roundRect">
            <a:avLst>
              <a:gd name="adj" fmla="val 14855"/>
            </a:avLst>
          </a:prstGeom>
          <a:ln w="28575">
            <a:solidFill>
              <a:srgbClr val="F59E0B"/>
            </a:solidFill>
            <a:prstDash val="solid"/>
          </a:ln>
        </p:spPr>
      </p:sp>
      <p:sp>
        <p:nvSpPr>
          <p:cNvPr id="9" name="markdot-578"/>
          <p:cNvSpPr/>
          <p:nvPr/>
        </p:nvSpPr>
        <p:spPr>
          <a:xfrm>
            <a:off x="648542" y="2930934"/>
            <a:ext cx="292608" cy="292608"/>
          </a:xfrm>
          <a:prstGeom prst="ellipse">
            <a:avLst/>
          </a:prstGeom>
          <a:solidFill>
            <a:srgbClr val="F59E0B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10" name="t-579"/>
          <p:cNvSpPr txBox="1"/>
          <p:nvPr/>
        </p:nvSpPr>
        <p:spPr>
          <a:xfrm>
            <a:off x="648542" y="293093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100" dirty="0"/>
          </a:p>
        </p:txBody>
      </p:sp>
      <p:sp>
        <p:nvSpPr>
          <p:cNvPr id="11" name="mark-580"/>
          <p:cNvSpPr/>
          <p:nvPr/>
        </p:nvSpPr>
        <p:spPr>
          <a:xfrm>
            <a:off x="794846" y="2348424"/>
            <a:ext cx="792822" cy="246212"/>
          </a:xfrm>
          <a:prstGeom prst="roundRect">
            <a:avLst>
              <a:gd name="adj" fmla="val 14855"/>
            </a:avLst>
          </a:prstGeom>
          <a:ln w="28575">
            <a:solidFill>
              <a:srgbClr val="F59E0B"/>
            </a:solidFill>
            <a:prstDash val="solid"/>
          </a:ln>
        </p:spPr>
      </p:sp>
      <p:sp>
        <p:nvSpPr>
          <p:cNvPr id="12" name="markdot-581"/>
          <p:cNvSpPr/>
          <p:nvPr/>
        </p:nvSpPr>
        <p:spPr>
          <a:xfrm>
            <a:off x="648542" y="2202120"/>
            <a:ext cx="292608" cy="292608"/>
          </a:xfrm>
          <a:prstGeom prst="ellipse">
            <a:avLst/>
          </a:prstGeom>
          <a:solidFill>
            <a:srgbClr val="F59E0B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13" name="t-582"/>
          <p:cNvSpPr txBox="1"/>
          <p:nvPr/>
        </p:nvSpPr>
        <p:spPr>
          <a:xfrm>
            <a:off x="648542" y="220212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100" dirty="0"/>
          </a:p>
        </p:txBody>
      </p:sp>
      <p:sp>
        <p:nvSpPr>
          <p:cNvPr id="14" name="frame-583"/>
          <p:cNvSpPr/>
          <p:nvPr/>
        </p:nvSpPr>
        <p:spPr>
          <a:xfrm>
            <a:off x="3616108" y="1645920"/>
            <a:ext cx="2277544" cy="4617720"/>
          </a:xfrm>
          <a:prstGeom prst="rect">
            <a:avLst/>
          </a:prstGeom>
          <a:solidFill>
            <a:srgbClr val="0F1B2D"/>
          </a:solidFill>
          <a:ln w="9525">
            <a:solidFill>
              <a:srgbClr val="C9D2DE"/>
            </a:solidFill>
            <a:prstDash val="solid"/>
          </a:ln>
          <a:effectLst>
            <a:outerShdw sx="100000" sy="100000" kx="0" ky="0" algn="bl" rotWithShape="0" blurRad="127000" dist="38100" dir="5400000">
              <a:srgbClr val="0F1B2D">
                <a:alpha val="18000"/>
              </a:srgbClr>
            </a:outerShdw>
          </a:effectLst>
        </p:spPr>
      </p:sp>
      <p:pic>
        <p:nvPicPr>
          <p:cNvPr id="15" name="screen-584" descr="화면: a-collec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16108" y="1645920"/>
            <a:ext cx="2277544" cy="4617720"/>
          </a:xfrm>
          <a:prstGeom prst="rect">
            <a:avLst/>
          </a:prstGeom>
        </p:spPr>
      </p:pic>
      <p:sp>
        <p:nvSpPr>
          <p:cNvPr id="16" name="mark-585"/>
          <p:cNvSpPr/>
          <p:nvPr/>
        </p:nvSpPr>
        <p:spPr>
          <a:xfrm>
            <a:off x="5007569" y="1722099"/>
            <a:ext cx="348701" cy="246212"/>
          </a:xfrm>
          <a:prstGeom prst="roundRect">
            <a:avLst>
              <a:gd name="adj" fmla="val 14855"/>
            </a:avLst>
          </a:prstGeom>
          <a:ln w="28575">
            <a:solidFill>
              <a:srgbClr val="F59E0B"/>
            </a:solidFill>
            <a:prstDash val="solid"/>
          </a:ln>
        </p:spPr>
      </p:sp>
      <p:sp>
        <p:nvSpPr>
          <p:cNvPr id="17" name="markdot-586"/>
          <p:cNvSpPr/>
          <p:nvPr/>
        </p:nvSpPr>
        <p:spPr>
          <a:xfrm>
            <a:off x="4861265" y="1575795"/>
            <a:ext cx="292608" cy="292608"/>
          </a:xfrm>
          <a:prstGeom prst="ellipse">
            <a:avLst/>
          </a:prstGeom>
          <a:solidFill>
            <a:srgbClr val="F59E0B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18" name="t-587"/>
          <p:cNvSpPr txBox="1"/>
          <p:nvPr/>
        </p:nvSpPr>
        <p:spPr>
          <a:xfrm>
            <a:off x="4861265" y="1575795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100" dirty="0"/>
          </a:p>
        </p:txBody>
      </p:sp>
      <p:sp>
        <p:nvSpPr>
          <p:cNvPr id="19" name="mark-588"/>
          <p:cNvSpPr/>
          <p:nvPr/>
        </p:nvSpPr>
        <p:spPr>
          <a:xfrm>
            <a:off x="3675206" y="2439526"/>
            <a:ext cx="2200158" cy="3805826"/>
          </a:xfrm>
          <a:prstGeom prst="roundRect">
            <a:avLst>
              <a:gd name="adj" fmla="val 1662"/>
            </a:avLst>
          </a:prstGeom>
          <a:ln w="28575">
            <a:solidFill>
              <a:srgbClr val="F59E0B"/>
            </a:solidFill>
            <a:prstDash val="solid"/>
          </a:ln>
        </p:spPr>
      </p:sp>
      <p:sp>
        <p:nvSpPr>
          <p:cNvPr id="20" name="markdot-589"/>
          <p:cNvSpPr/>
          <p:nvPr/>
        </p:nvSpPr>
        <p:spPr>
          <a:xfrm>
            <a:off x="3528902" y="2293222"/>
            <a:ext cx="292608" cy="292608"/>
          </a:xfrm>
          <a:prstGeom prst="ellipse">
            <a:avLst/>
          </a:prstGeom>
          <a:solidFill>
            <a:srgbClr val="F59E0B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21" name="t-590"/>
          <p:cNvSpPr txBox="1"/>
          <p:nvPr/>
        </p:nvSpPr>
        <p:spPr>
          <a:xfrm>
            <a:off x="3528902" y="229322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1100" dirty="0"/>
          </a:p>
        </p:txBody>
      </p:sp>
      <p:sp>
        <p:nvSpPr>
          <p:cNvPr id="22" name="mark-591"/>
          <p:cNvSpPr/>
          <p:nvPr/>
        </p:nvSpPr>
        <p:spPr>
          <a:xfrm>
            <a:off x="5326425" y="1722099"/>
            <a:ext cx="508129" cy="246212"/>
          </a:xfrm>
          <a:prstGeom prst="roundRect">
            <a:avLst>
              <a:gd name="adj" fmla="val 14855"/>
            </a:avLst>
          </a:prstGeom>
          <a:ln w="28575">
            <a:solidFill>
              <a:srgbClr val="F59E0B"/>
            </a:solidFill>
            <a:prstDash val="solid"/>
          </a:ln>
        </p:spPr>
      </p:sp>
      <p:sp>
        <p:nvSpPr>
          <p:cNvPr id="23" name="markdot-592"/>
          <p:cNvSpPr/>
          <p:nvPr/>
        </p:nvSpPr>
        <p:spPr>
          <a:xfrm>
            <a:off x="5180121" y="1575795"/>
            <a:ext cx="292608" cy="292608"/>
          </a:xfrm>
          <a:prstGeom prst="ellipse">
            <a:avLst/>
          </a:prstGeom>
          <a:solidFill>
            <a:srgbClr val="F59E0B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24" name="t-593"/>
          <p:cNvSpPr txBox="1"/>
          <p:nvPr/>
        </p:nvSpPr>
        <p:spPr>
          <a:xfrm>
            <a:off x="5180121" y="1575795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en-US" sz="1100" dirty="0"/>
          </a:p>
        </p:txBody>
      </p:sp>
      <p:sp>
        <p:nvSpPr>
          <p:cNvPr id="25" name="step-594"/>
          <p:cNvSpPr/>
          <p:nvPr/>
        </p:nvSpPr>
        <p:spPr>
          <a:xfrm>
            <a:off x="6400800" y="1783080"/>
            <a:ext cx="329184" cy="329184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6" name="t-595"/>
          <p:cNvSpPr txBox="1"/>
          <p:nvPr/>
        </p:nvSpPr>
        <p:spPr>
          <a:xfrm>
            <a:off x="6400800" y="178308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200" dirty="0"/>
          </a:p>
        </p:txBody>
      </p:sp>
      <p:sp>
        <p:nvSpPr>
          <p:cNvPr id="27" name="t-596"/>
          <p:cNvSpPr txBox="1"/>
          <p:nvPr/>
        </p:nvSpPr>
        <p:spPr>
          <a:xfrm>
            <a:off x="6876288" y="1737360"/>
            <a:ext cx="4736592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rgbClr val="0F1B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가상 PLC로 연결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 PLC가 없을 때 — 이 설비의 운전 데이터 이름대로 값을 만들어 냅니다.</a:t>
            </a:r>
            <a:endParaRPr lang="en-US" sz="1400" dirty="0"/>
          </a:p>
        </p:txBody>
      </p:sp>
      <p:sp>
        <p:nvSpPr>
          <p:cNvPr id="28" name="step-597"/>
          <p:cNvSpPr/>
          <p:nvPr/>
        </p:nvSpPr>
        <p:spPr>
          <a:xfrm>
            <a:off x="6400800" y="2624328"/>
            <a:ext cx="329184" cy="329184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9" name="t-598"/>
          <p:cNvSpPr txBox="1"/>
          <p:nvPr/>
        </p:nvSpPr>
        <p:spPr>
          <a:xfrm>
            <a:off x="6400800" y="262432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200" dirty="0"/>
          </a:p>
        </p:txBody>
      </p:sp>
      <p:sp>
        <p:nvSpPr>
          <p:cNvPr id="30" name="t-599"/>
          <p:cNvSpPr txBox="1"/>
          <p:nvPr/>
        </p:nvSpPr>
        <p:spPr>
          <a:xfrm>
            <a:off x="6876288" y="2578608"/>
            <a:ext cx="4736592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rgbClr val="0F1B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수집 연결 만들기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 설비의 OPC UA 주소와 태그를 입력합니다.</a:t>
            </a:r>
            <a:endParaRPr lang="en-US" sz="1400" dirty="0"/>
          </a:p>
        </p:txBody>
      </p:sp>
      <p:sp>
        <p:nvSpPr>
          <p:cNvPr id="31" name="step-600"/>
          <p:cNvSpPr/>
          <p:nvPr/>
        </p:nvSpPr>
        <p:spPr>
          <a:xfrm>
            <a:off x="6400800" y="3465576"/>
            <a:ext cx="329184" cy="329184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32" name="t-601"/>
          <p:cNvSpPr txBox="1"/>
          <p:nvPr/>
        </p:nvSpPr>
        <p:spPr>
          <a:xfrm>
            <a:off x="6400800" y="346557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200" dirty="0"/>
          </a:p>
        </p:txBody>
      </p:sp>
      <p:sp>
        <p:nvSpPr>
          <p:cNvPr id="33" name="t-602"/>
          <p:cNvSpPr txBox="1"/>
          <p:nvPr/>
        </p:nvSpPr>
        <p:spPr>
          <a:xfrm>
            <a:off x="6876288" y="3419856"/>
            <a:ext cx="4736592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rgbClr val="0F1B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「수집」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지금 값을 한 번 읽어 옵니다.</a:t>
            </a:r>
            <a:endParaRPr lang="en-US" sz="1400" dirty="0"/>
          </a:p>
        </p:txBody>
      </p:sp>
      <p:sp>
        <p:nvSpPr>
          <p:cNvPr id="34" name="step-603"/>
          <p:cNvSpPr/>
          <p:nvPr/>
        </p:nvSpPr>
        <p:spPr>
          <a:xfrm>
            <a:off x="6400800" y="4306824"/>
            <a:ext cx="329184" cy="329184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35" name="t-604"/>
          <p:cNvSpPr txBox="1"/>
          <p:nvPr/>
        </p:nvSpPr>
        <p:spPr>
          <a:xfrm>
            <a:off x="6400800" y="430682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1200" dirty="0"/>
          </a:p>
        </p:txBody>
      </p:sp>
      <p:sp>
        <p:nvSpPr>
          <p:cNvPr id="36" name="t-605"/>
          <p:cNvSpPr txBox="1"/>
          <p:nvPr/>
        </p:nvSpPr>
        <p:spPr>
          <a:xfrm>
            <a:off x="6876288" y="4261104"/>
            <a:ext cx="4736592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rgbClr val="0F1B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최근 값 표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태그별 값과 시각이 쌓입니다.</a:t>
            </a:r>
            <a:endParaRPr lang="en-US" sz="1400" dirty="0"/>
          </a:p>
        </p:txBody>
      </p:sp>
      <p:sp>
        <p:nvSpPr>
          <p:cNvPr id="37" name="step-606"/>
          <p:cNvSpPr/>
          <p:nvPr/>
        </p:nvSpPr>
        <p:spPr>
          <a:xfrm>
            <a:off x="6400800" y="5148072"/>
            <a:ext cx="329184" cy="329184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38" name="t-607"/>
          <p:cNvSpPr txBox="1"/>
          <p:nvPr/>
        </p:nvSpPr>
        <p:spPr>
          <a:xfrm>
            <a:off x="6400800" y="514807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en-US" sz="1200" dirty="0"/>
          </a:p>
        </p:txBody>
      </p:sp>
      <p:sp>
        <p:nvSpPr>
          <p:cNvPr id="39" name="t-608"/>
          <p:cNvSpPr txBox="1"/>
          <p:nvPr/>
        </p:nvSpPr>
        <p:spPr>
          <a:xfrm>
            <a:off x="6876288" y="5102352"/>
            <a:ext cx="4736592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rgbClr val="0F1B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「주소 목록」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시운전 · 검수에 넘길 수집 주소 표(CSV)</a:t>
            </a:r>
            <a:endParaRPr lang="en-US" sz="1400" dirty="0"/>
          </a:p>
        </p:txBody>
      </p:sp>
      <p:sp>
        <p:nvSpPr>
          <p:cNvPr id="40" name="note-609"/>
          <p:cNvSpPr/>
          <p:nvPr/>
        </p:nvSpPr>
        <p:spPr>
          <a:xfrm>
            <a:off x="6400800" y="5715000"/>
            <a:ext cx="5212080" cy="566928"/>
          </a:xfrm>
          <a:prstGeom prst="rect">
            <a:avLst/>
          </a:prstGeom>
          <a:solidFill>
            <a:srgbClr val="FFF7E6"/>
          </a:solidFill>
          <a:ln w="12700">
            <a:solidFill>
              <a:srgbClr val="FFF7E6"/>
            </a:solidFill>
            <a:prstDash val="solid"/>
          </a:ln>
        </p:spPr>
      </p:sp>
      <p:sp>
        <p:nvSpPr>
          <p:cNvPr id="41" name="notebar-610"/>
          <p:cNvSpPr/>
          <p:nvPr/>
        </p:nvSpPr>
        <p:spPr>
          <a:xfrm>
            <a:off x="6400800" y="5715000"/>
            <a:ext cx="64008" cy="566928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42" name="t-611"/>
          <p:cNvSpPr txBox="1"/>
          <p:nvPr/>
        </p:nvSpPr>
        <p:spPr>
          <a:xfrm>
            <a:off x="6629400" y="5715000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D9770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주의  </a:t>
            </a:r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연결하면 파일에 수집 연결(AID)이 추가되어 「시연본」이 됩니다. 원본 파일에는 연결하지 마세요.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50">
                <a:solidFill>
                  <a:srgbClr val="8A94A6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33</a:t>
            </a:fld>
            <a:endParaRPr lang="en-US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r-612"/>
          <p:cNvSpPr/>
          <p:nvPr/>
        </p:nvSpPr>
        <p:spPr>
          <a:xfrm>
            <a:off x="548640" y="329184"/>
            <a:ext cx="384048" cy="54864"/>
          </a:xfrm>
          <a:prstGeom prst="rect">
            <a:avLst/>
          </a:prstGeom>
          <a:solidFill>
            <a:srgbClr val="2F7CF6"/>
          </a:solidFill>
          <a:ln w="12700">
            <a:solidFill>
              <a:srgbClr val="2F7CF6"/>
            </a:solidFill>
            <a:prstDash val="solid"/>
          </a:ln>
        </p:spPr>
      </p:sp>
      <p:sp>
        <p:nvSpPr>
          <p:cNvPr id="3" name="t-613"/>
          <p:cNvSpPr txBox="1"/>
          <p:nvPr/>
        </p:nvSpPr>
        <p:spPr>
          <a:xfrm>
            <a:off x="1024128" y="22860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F7C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현장 값 수집과 제공</a:t>
            </a:r>
            <a:endParaRPr lang="en-US" sz="11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548640" y="566928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F1B2D"/>
                </a:solidFill>
              </a:rPr>
              <a:t>상위 시스템에 값 제공하기 — OPC UA</a:t>
            </a:r>
            <a:endParaRPr lang="en-US" sz="2600" dirty="0"/>
          </a:p>
        </p:txBody>
      </p:sp>
      <p:sp>
        <p:nvSpPr>
          <p:cNvPr id="5" name="t-614"/>
          <p:cNvSpPr txBox="1"/>
          <p:nvPr/>
        </p:nvSpPr>
        <p:spPr>
          <a:xfrm>
            <a:off x="548640" y="1152144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관리자가 켜 둔 서버에서만 보입니다</a:t>
            </a:r>
            <a:endParaRPr lang="en-US" sz="1400" dirty="0"/>
          </a:p>
        </p:txBody>
      </p:sp>
      <p:sp>
        <p:nvSpPr>
          <p:cNvPr id="6" name="frame-615"/>
          <p:cNvSpPr/>
          <p:nvPr/>
        </p:nvSpPr>
        <p:spPr>
          <a:xfrm>
            <a:off x="548640" y="1703742"/>
            <a:ext cx="6400800" cy="2993315"/>
          </a:xfrm>
          <a:prstGeom prst="rect">
            <a:avLst/>
          </a:prstGeom>
          <a:solidFill>
            <a:srgbClr val="0F1B2D"/>
          </a:solidFill>
          <a:ln w="9525">
            <a:solidFill>
              <a:srgbClr val="C9D2DE"/>
            </a:solidFill>
            <a:prstDash val="solid"/>
          </a:ln>
          <a:effectLst>
            <a:outerShdw sx="100000" sy="100000" kx="0" ky="0" algn="bl" rotWithShape="0" blurRad="127000" dist="38100" dir="5400000">
              <a:srgbClr val="0F1B2D">
                <a:alpha val="18000"/>
              </a:srgbClr>
            </a:outerShdw>
          </a:effectLst>
        </p:spPr>
      </p:sp>
      <p:pic>
        <p:nvPicPr>
          <p:cNvPr id="7" name="screen-616" descr="화면: a-servi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703742"/>
            <a:ext cx="6400800" cy="2993315"/>
          </a:xfrm>
          <a:prstGeom prst="rect">
            <a:avLst/>
          </a:prstGeom>
        </p:spPr>
      </p:pic>
      <p:sp>
        <p:nvSpPr>
          <p:cNvPr id="8" name="mark-617"/>
          <p:cNvSpPr/>
          <p:nvPr/>
        </p:nvSpPr>
        <p:spPr>
          <a:xfrm>
            <a:off x="2305095" y="3140157"/>
            <a:ext cx="4497503" cy="242854"/>
          </a:xfrm>
          <a:prstGeom prst="roundRect">
            <a:avLst>
              <a:gd name="adj" fmla="val 15061"/>
            </a:avLst>
          </a:prstGeom>
          <a:ln w="28575">
            <a:solidFill>
              <a:srgbClr val="F59E0B"/>
            </a:solidFill>
            <a:prstDash val="solid"/>
          </a:ln>
        </p:spPr>
      </p:sp>
      <p:sp>
        <p:nvSpPr>
          <p:cNvPr id="9" name="markdot-618"/>
          <p:cNvSpPr/>
          <p:nvPr/>
        </p:nvSpPr>
        <p:spPr>
          <a:xfrm>
            <a:off x="2158791" y="2993853"/>
            <a:ext cx="292608" cy="292608"/>
          </a:xfrm>
          <a:prstGeom prst="ellipse">
            <a:avLst/>
          </a:prstGeom>
          <a:solidFill>
            <a:srgbClr val="F59E0B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10" name="t-619"/>
          <p:cNvSpPr txBox="1"/>
          <p:nvPr/>
        </p:nvSpPr>
        <p:spPr>
          <a:xfrm>
            <a:off x="2158791" y="2993853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100" dirty="0"/>
          </a:p>
        </p:txBody>
      </p:sp>
      <p:sp>
        <p:nvSpPr>
          <p:cNvPr id="11" name="step-620"/>
          <p:cNvSpPr/>
          <p:nvPr/>
        </p:nvSpPr>
        <p:spPr>
          <a:xfrm>
            <a:off x="7315200" y="1783080"/>
            <a:ext cx="329184" cy="329184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2" name="t-621"/>
          <p:cNvSpPr txBox="1"/>
          <p:nvPr/>
        </p:nvSpPr>
        <p:spPr>
          <a:xfrm>
            <a:off x="7315200" y="178308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200" dirty="0"/>
          </a:p>
        </p:txBody>
      </p:sp>
      <p:sp>
        <p:nvSpPr>
          <p:cNvPr id="13" name="t-622"/>
          <p:cNvSpPr txBox="1"/>
          <p:nvPr/>
        </p:nvSpPr>
        <p:spPr>
          <a:xfrm>
            <a:off x="7790688" y="1737360"/>
            <a:ext cx="382219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0F1B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상위 시스템에 알려 줄 주소</a:t>
            </a:r>
            <a:endParaRPr lang="en-US" sz="15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5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머리줄의 「→ 내주는 중」을 누르면 보입니다. MES · SCADA에 이 주소를 알려 주세요.</a:t>
            </a:r>
            <a:endParaRPr lang="en-US" sz="1500" dirty="0"/>
          </a:p>
        </p:txBody>
      </p:sp>
      <p:sp>
        <p:nvSpPr>
          <p:cNvPr id="14" name="step-623"/>
          <p:cNvSpPr/>
          <p:nvPr/>
        </p:nvSpPr>
        <p:spPr>
          <a:xfrm>
            <a:off x="7315200" y="3017520"/>
            <a:ext cx="329184" cy="329184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5" name="t-624"/>
          <p:cNvSpPr txBox="1"/>
          <p:nvPr/>
        </p:nvSpPr>
        <p:spPr>
          <a:xfrm>
            <a:off x="7315200" y="30175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-625"/>
          <p:cNvSpPr txBox="1"/>
          <p:nvPr/>
        </p:nvSpPr>
        <p:spPr>
          <a:xfrm>
            <a:off x="7790688" y="2971800"/>
            <a:ext cx="382219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0F1B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구독으로 받아 갑니다</a:t>
            </a:r>
            <a:endParaRPr lang="en-US" sz="15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5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값이 바뀌면 이 서버가 먼저 알려 줍니다.</a:t>
            </a:r>
            <a:endParaRPr lang="en-US" sz="1500" dirty="0"/>
          </a:p>
        </p:txBody>
      </p:sp>
      <p:sp>
        <p:nvSpPr>
          <p:cNvPr id="17" name="step-626"/>
          <p:cNvSpPr/>
          <p:nvPr/>
        </p:nvSpPr>
        <p:spPr>
          <a:xfrm>
            <a:off x="7315200" y="4251960"/>
            <a:ext cx="329184" cy="329184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8" name="t-627"/>
          <p:cNvSpPr txBox="1"/>
          <p:nvPr/>
        </p:nvSpPr>
        <p:spPr>
          <a:xfrm>
            <a:off x="7315200" y="425196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200" dirty="0"/>
          </a:p>
        </p:txBody>
      </p:sp>
      <p:sp>
        <p:nvSpPr>
          <p:cNvPr id="19" name="t-628"/>
          <p:cNvSpPr txBox="1"/>
          <p:nvPr/>
        </p:nvSpPr>
        <p:spPr>
          <a:xfrm>
            <a:off x="7790688" y="4206240"/>
            <a:ext cx="382219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0F1B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모두 읽기 전용</a:t>
            </a:r>
            <a:endParaRPr lang="en-US" sz="15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5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외부에서 값을 바꿀 수 없습니다.</a:t>
            </a:r>
            <a:endParaRPr lang="en-US" sz="1500" dirty="0"/>
          </a:p>
        </p:txBody>
      </p:sp>
      <p:sp>
        <p:nvSpPr>
          <p:cNvPr id="20" name="note-629"/>
          <p:cNvSpPr/>
          <p:nvPr/>
        </p:nvSpPr>
        <p:spPr>
          <a:xfrm>
            <a:off x="548640" y="5029200"/>
            <a:ext cx="6400800" cy="548640"/>
          </a:xfrm>
          <a:prstGeom prst="rect">
            <a:avLst/>
          </a:prstGeom>
          <a:solidFill>
            <a:srgbClr val="FDEEEE"/>
          </a:solidFill>
          <a:ln w="12700">
            <a:solidFill>
              <a:srgbClr val="FDEEEE"/>
            </a:solidFill>
            <a:prstDash val="solid"/>
          </a:ln>
        </p:spPr>
      </p:sp>
      <p:sp>
        <p:nvSpPr>
          <p:cNvPr id="21" name="notebar-630"/>
          <p:cNvSpPr/>
          <p:nvPr/>
        </p:nvSpPr>
        <p:spPr>
          <a:xfrm>
            <a:off x="548640" y="5029200"/>
            <a:ext cx="64008" cy="548640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2" name="t-631"/>
          <p:cNvSpPr txBox="1"/>
          <p:nvPr/>
        </p:nvSpPr>
        <p:spPr>
          <a:xfrm>
            <a:off x="777240" y="5029200"/>
            <a:ext cx="6035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DC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보안  </a:t>
            </a:r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주소에는 아직 인증이 없습니다. 사내망에서만 사용하세요.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50">
                <a:solidFill>
                  <a:srgbClr val="8A94A6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34</a:t>
            </a:fld>
            <a:endParaRPr lang="en-US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-632"/>
          <p:cNvSpPr txBox="1"/>
          <p:nvPr/>
        </p:nvSpPr>
        <p:spPr>
          <a:xfrm>
            <a:off x="731520" y="2148840"/>
            <a:ext cx="14630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2F7C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09</a:t>
            </a:r>
            <a:endParaRPr lang="en-US" sz="6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2286000" y="2331720"/>
            <a:ext cx="8961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</a:rPr>
              <a:t>내 계정과 설정</a:t>
            </a:r>
            <a:endParaRPr lang="en-US" sz="3800" dirty="0"/>
          </a:p>
        </p:txBody>
      </p:sp>
      <p:sp>
        <p:nvSpPr>
          <p:cNvPr id="4" name="t-633"/>
          <p:cNvSpPr txBox="1"/>
          <p:nvPr/>
        </p:nvSpPr>
        <p:spPr>
          <a:xfrm>
            <a:off x="2286000" y="3246120"/>
            <a:ext cx="8961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9CC2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 계정 설정 · 언어 · 탈퇴 · 자주 묻는 질문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CC2FF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35</a:t>
            </a:fld>
            <a:endParaRPr lang="en-US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r-634"/>
          <p:cNvSpPr/>
          <p:nvPr/>
        </p:nvSpPr>
        <p:spPr>
          <a:xfrm>
            <a:off x="548640" y="329184"/>
            <a:ext cx="384048" cy="54864"/>
          </a:xfrm>
          <a:prstGeom prst="rect">
            <a:avLst/>
          </a:prstGeom>
          <a:solidFill>
            <a:srgbClr val="2F7CF6"/>
          </a:solidFill>
          <a:ln w="12700">
            <a:solidFill>
              <a:srgbClr val="2F7CF6"/>
            </a:solidFill>
            <a:prstDash val="solid"/>
          </a:ln>
        </p:spPr>
      </p:sp>
      <p:sp>
        <p:nvSpPr>
          <p:cNvPr id="3" name="t-635"/>
          <p:cNvSpPr txBox="1"/>
          <p:nvPr/>
        </p:nvSpPr>
        <p:spPr>
          <a:xfrm>
            <a:off x="1024128" y="22860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F7C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 계정과 설정</a:t>
            </a:r>
            <a:endParaRPr lang="en-US" sz="11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548640" y="566928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F1B2D"/>
                </a:solidFill>
              </a:rPr>
              <a:t>내 계정</a:t>
            </a:r>
            <a:endParaRPr lang="en-US" sz="2600" dirty="0"/>
          </a:p>
        </p:txBody>
      </p:sp>
      <p:sp>
        <p:nvSpPr>
          <p:cNvPr id="5" name="t-636"/>
          <p:cNvSpPr txBox="1"/>
          <p:nvPr/>
        </p:nvSpPr>
        <p:spPr>
          <a:xfrm>
            <a:off x="548640" y="1152144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설정 ▾ 메뉴에서 합니다</a:t>
            </a:r>
            <a:endParaRPr lang="en-US" sz="1400" dirty="0"/>
          </a:p>
        </p:txBody>
      </p:sp>
      <p:sp>
        <p:nvSpPr>
          <p:cNvPr id="6" name="frame-637"/>
          <p:cNvSpPr/>
          <p:nvPr/>
        </p:nvSpPr>
        <p:spPr>
          <a:xfrm>
            <a:off x="716105" y="1645920"/>
            <a:ext cx="2774030" cy="3383280"/>
          </a:xfrm>
          <a:prstGeom prst="rect">
            <a:avLst/>
          </a:prstGeom>
          <a:solidFill>
            <a:srgbClr val="0F1B2D"/>
          </a:solidFill>
          <a:ln w="9525">
            <a:solidFill>
              <a:srgbClr val="C9D2DE"/>
            </a:solidFill>
            <a:prstDash val="solid"/>
          </a:ln>
          <a:effectLst>
            <a:outerShdw sx="100000" sy="100000" kx="0" ky="0" algn="bl" rotWithShape="0" blurRad="127000" dist="38100" dir="5400000">
              <a:srgbClr val="0F1B2D">
                <a:alpha val="18000"/>
              </a:srgbClr>
            </a:outerShdw>
          </a:effectLst>
        </p:spPr>
      </p:sp>
      <p:pic>
        <p:nvPicPr>
          <p:cNvPr id="7" name="screen-638" descr="화면: b-member-menu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6105" y="1645920"/>
            <a:ext cx="2774030" cy="3383280"/>
          </a:xfrm>
          <a:prstGeom prst="rect">
            <a:avLst/>
          </a:prstGeom>
        </p:spPr>
      </p:pic>
      <p:sp>
        <p:nvSpPr>
          <p:cNvPr id="8" name="mark-639"/>
          <p:cNvSpPr/>
          <p:nvPr/>
        </p:nvSpPr>
        <p:spPr>
          <a:xfrm>
            <a:off x="904468" y="2741676"/>
            <a:ext cx="2397305" cy="543630"/>
          </a:xfrm>
          <a:prstGeom prst="roundRect">
            <a:avLst>
              <a:gd name="adj" fmla="val 6728"/>
            </a:avLst>
          </a:prstGeom>
          <a:ln w="28575">
            <a:solidFill>
              <a:srgbClr val="F59E0B"/>
            </a:solidFill>
            <a:prstDash val="solid"/>
          </a:ln>
        </p:spPr>
      </p:sp>
      <p:sp>
        <p:nvSpPr>
          <p:cNvPr id="9" name="markdot-640"/>
          <p:cNvSpPr/>
          <p:nvPr/>
        </p:nvSpPr>
        <p:spPr>
          <a:xfrm>
            <a:off x="758164" y="2595372"/>
            <a:ext cx="292608" cy="292608"/>
          </a:xfrm>
          <a:prstGeom prst="ellipse">
            <a:avLst/>
          </a:prstGeom>
          <a:solidFill>
            <a:srgbClr val="F59E0B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10" name="t-641"/>
          <p:cNvSpPr txBox="1"/>
          <p:nvPr/>
        </p:nvSpPr>
        <p:spPr>
          <a:xfrm>
            <a:off x="758164" y="259537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100" dirty="0"/>
          </a:p>
        </p:txBody>
      </p:sp>
      <p:sp>
        <p:nvSpPr>
          <p:cNvPr id="11" name="mark-642"/>
          <p:cNvSpPr/>
          <p:nvPr/>
        </p:nvSpPr>
        <p:spPr>
          <a:xfrm>
            <a:off x="904468" y="3273149"/>
            <a:ext cx="2397305" cy="543630"/>
          </a:xfrm>
          <a:prstGeom prst="roundRect">
            <a:avLst>
              <a:gd name="adj" fmla="val 6728"/>
            </a:avLst>
          </a:prstGeom>
          <a:ln w="28575">
            <a:solidFill>
              <a:srgbClr val="F59E0B"/>
            </a:solidFill>
            <a:prstDash val="solid"/>
          </a:ln>
        </p:spPr>
      </p:sp>
      <p:sp>
        <p:nvSpPr>
          <p:cNvPr id="12" name="markdot-643"/>
          <p:cNvSpPr/>
          <p:nvPr/>
        </p:nvSpPr>
        <p:spPr>
          <a:xfrm>
            <a:off x="758164" y="3126845"/>
            <a:ext cx="292608" cy="292608"/>
          </a:xfrm>
          <a:prstGeom prst="ellipse">
            <a:avLst/>
          </a:prstGeom>
          <a:solidFill>
            <a:srgbClr val="F59E0B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13" name="t-644"/>
          <p:cNvSpPr txBox="1"/>
          <p:nvPr/>
        </p:nvSpPr>
        <p:spPr>
          <a:xfrm>
            <a:off x="758164" y="3126845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100" dirty="0"/>
          </a:p>
        </p:txBody>
      </p:sp>
      <p:sp>
        <p:nvSpPr>
          <p:cNvPr id="14" name="mark-645"/>
          <p:cNvSpPr/>
          <p:nvPr/>
        </p:nvSpPr>
        <p:spPr>
          <a:xfrm>
            <a:off x="904468" y="3752771"/>
            <a:ext cx="2397305" cy="504742"/>
          </a:xfrm>
          <a:prstGeom prst="roundRect">
            <a:avLst>
              <a:gd name="adj" fmla="val 7246"/>
            </a:avLst>
          </a:prstGeom>
          <a:ln w="28575">
            <a:solidFill>
              <a:srgbClr val="F59E0B"/>
            </a:solidFill>
            <a:prstDash val="solid"/>
          </a:ln>
        </p:spPr>
      </p:sp>
      <p:sp>
        <p:nvSpPr>
          <p:cNvPr id="15" name="markdot-646"/>
          <p:cNvSpPr/>
          <p:nvPr/>
        </p:nvSpPr>
        <p:spPr>
          <a:xfrm>
            <a:off x="758164" y="3606467"/>
            <a:ext cx="292608" cy="292608"/>
          </a:xfrm>
          <a:prstGeom prst="ellipse">
            <a:avLst/>
          </a:prstGeom>
          <a:solidFill>
            <a:srgbClr val="F59E0B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16" name="t-647"/>
          <p:cNvSpPr txBox="1"/>
          <p:nvPr/>
        </p:nvSpPr>
        <p:spPr>
          <a:xfrm>
            <a:off x="758164" y="3606467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100" dirty="0"/>
          </a:p>
        </p:txBody>
      </p:sp>
      <p:sp>
        <p:nvSpPr>
          <p:cNvPr id="17" name="step-648"/>
          <p:cNvSpPr/>
          <p:nvPr/>
        </p:nvSpPr>
        <p:spPr>
          <a:xfrm>
            <a:off x="4023360" y="1783080"/>
            <a:ext cx="329184" cy="329184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8" name="t-649"/>
          <p:cNvSpPr txBox="1"/>
          <p:nvPr/>
        </p:nvSpPr>
        <p:spPr>
          <a:xfrm>
            <a:off x="4023360" y="178308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200" dirty="0"/>
          </a:p>
        </p:txBody>
      </p:sp>
      <p:sp>
        <p:nvSpPr>
          <p:cNvPr id="19" name="t-650"/>
          <p:cNvSpPr txBox="1"/>
          <p:nvPr/>
        </p:nvSpPr>
        <p:spPr>
          <a:xfrm>
            <a:off x="4498848" y="1737360"/>
            <a:ext cx="711403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0F1B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 계정 설정</a:t>
            </a:r>
            <a:endParaRPr lang="en-US" sz="15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5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 이름 · 회사명 · 이메일과 비밀번호를 바꿉니다(다음 쪽).</a:t>
            </a:r>
            <a:endParaRPr lang="en-US" sz="1500" dirty="0"/>
          </a:p>
        </p:txBody>
      </p:sp>
      <p:sp>
        <p:nvSpPr>
          <p:cNvPr id="20" name="step-651"/>
          <p:cNvSpPr/>
          <p:nvPr/>
        </p:nvSpPr>
        <p:spPr>
          <a:xfrm>
            <a:off x="4023360" y="2926080"/>
            <a:ext cx="329184" cy="329184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1" name="t-652"/>
          <p:cNvSpPr txBox="1"/>
          <p:nvPr/>
        </p:nvSpPr>
        <p:spPr>
          <a:xfrm>
            <a:off x="4023360" y="292608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200" dirty="0"/>
          </a:p>
        </p:txBody>
      </p:sp>
      <p:sp>
        <p:nvSpPr>
          <p:cNvPr id="22" name="t-653"/>
          <p:cNvSpPr txBox="1"/>
          <p:nvPr/>
        </p:nvSpPr>
        <p:spPr>
          <a:xfrm>
            <a:off x="4498848" y="2880360"/>
            <a:ext cx="711403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0F1B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로그아웃</a:t>
            </a:r>
            <a:endParaRPr lang="en-US" sz="15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5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공용 PC에서는 꼭 로그아웃하세요.</a:t>
            </a:r>
            <a:endParaRPr lang="en-US" sz="1500" dirty="0"/>
          </a:p>
        </p:txBody>
      </p:sp>
      <p:sp>
        <p:nvSpPr>
          <p:cNvPr id="23" name="step-654"/>
          <p:cNvSpPr/>
          <p:nvPr/>
        </p:nvSpPr>
        <p:spPr>
          <a:xfrm>
            <a:off x="4023360" y="4069080"/>
            <a:ext cx="329184" cy="329184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4" name="t-655"/>
          <p:cNvSpPr txBox="1"/>
          <p:nvPr/>
        </p:nvSpPr>
        <p:spPr>
          <a:xfrm>
            <a:off x="4023360" y="406908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200" dirty="0"/>
          </a:p>
        </p:txBody>
      </p:sp>
      <p:sp>
        <p:nvSpPr>
          <p:cNvPr id="25" name="t-656"/>
          <p:cNvSpPr txBox="1"/>
          <p:nvPr/>
        </p:nvSpPr>
        <p:spPr>
          <a:xfrm>
            <a:off x="4498848" y="4023360"/>
            <a:ext cx="711403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0F1B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탈퇴 — 계정 지우기</a:t>
            </a:r>
            <a:endParaRPr lang="en-US" sz="15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5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계정과 올린 파일이 바로 삭제되며 되돌릴 수 없습니다.</a:t>
            </a:r>
            <a:endParaRPr lang="en-US" sz="1500" dirty="0"/>
          </a:p>
        </p:txBody>
      </p:sp>
      <p:sp>
        <p:nvSpPr>
          <p:cNvPr id="26" name="note-657"/>
          <p:cNvSpPr/>
          <p:nvPr/>
        </p:nvSpPr>
        <p:spPr>
          <a:xfrm>
            <a:off x="4023360" y="5349240"/>
            <a:ext cx="7589520" cy="548640"/>
          </a:xfrm>
          <a:prstGeom prst="rect">
            <a:avLst/>
          </a:prstGeom>
          <a:solidFill>
            <a:srgbClr val="EEF4FF"/>
          </a:solidFill>
          <a:ln w="12700">
            <a:solidFill>
              <a:srgbClr val="EEF4FF"/>
            </a:solidFill>
            <a:prstDash val="solid"/>
          </a:ln>
        </p:spPr>
      </p:sp>
      <p:sp>
        <p:nvSpPr>
          <p:cNvPr id="27" name="notebar-658"/>
          <p:cNvSpPr/>
          <p:nvPr/>
        </p:nvSpPr>
        <p:spPr>
          <a:xfrm>
            <a:off x="4023360" y="5349240"/>
            <a:ext cx="64008" cy="548640"/>
          </a:xfrm>
          <a:prstGeom prst="rect">
            <a:avLst/>
          </a:prstGeom>
          <a:solidFill>
            <a:srgbClr val="2F7CF6"/>
          </a:solidFill>
          <a:ln w="12700">
            <a:solidFill>
              <a:srgbClr val="2F7CF6"/>
            </a:solidFill>
            <a:prstDash val="solid"/>
          </a:ln>
        </p:spPr>
      </p:sp>
      <p:sp>
        <p:nvSpPr>
          <p:cNvPr id="28" name="t-659"/>
          <p:cNvSpPr txBox="1"/>
          <p:nvPr/>
        </p:nvSpPr>
        <p:spPr>
          <a:xfrm>
            <a:off x="4251960" y="5349240"/>
            <a:ext cx="7223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F7C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비밀번호를 잊었다면  </a:t>
            </a:r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관리자에게 「비밀번호 초기화」를 요청하세요.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50">
                <a:solidFill>
                  <a:srgbClr val="8A94A6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36</a:t>
            </a:fld>
            <a:endParaRPr lang="en-US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r-660"/>
          <p:cNvSpPr/>
          <p:nvPr/>
        </p:nvSpPr>
        <p:spPr>
          <a:xfrm>
            <a:off x="548640" y="329184"/>
            <a:ext cx="384048" cy="54864"/>
          </a:xfrm>
          <a:prstGeom prst="rect">
            <a:avLst/>
          </a:prstGeom>
          <a:solidFill>
            <a:srgbClr val="2F7CF6"/>
          </a:solidFill>
          <a:ln w="12700">
            <a:solidFill>
              <a:srgbClr val="2F7CF6"/>
            </a:solidFill>
            <a:prstDash val="solid"/>
          </a:ln>
        </p:spPr>
      </p:sp>
      <p:sp>
        <p:nvSpPr>
          <p:cNvPr id="3" name="t-661"/>
          <p:cNvSpPr txBox="1"/>
          <p:nvPr/>
        </p:nvSpPr>
        <p:spPr>
          <a:xfrm>
            <a:off x="1024128" y="22860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F7C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 계정과 설정</a:t>
            </a:r>
            <a:endParaRPr lang="en-US" sz="11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548640" y="566928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F1B2D"/>
                </a:solidFill>
              </a:rPr>
              <a:t>내 계정 설정</a:t>
            </a:r>
            <a:endParaRPr lang="en-US" sz="2600" dirty="0"/>
          </a:p>
        </p:txBody>
      </p:sp>
      <p:sp>
        <p:nvSpPr>
          <p:cNvPr id="5" name="t-662"/>
          <p:cNvSpPr txBox="1"/>
          <p:nvPr/>
        </p:nvSpPr>
        <p:spPr>
          <a:xfrm>
            <a:off x="548640" y="1152144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설정 ▾ → 내 계정 설정</a:t>
            </a:r>
            <a:endParaRPr lang="en-US" sz="1400" dirty="0"/>
          </a:p>
        </p:txBody>
      </p:sp>
      <p:sp>
        <p:nvSpPr>
          <p:cNvPr id="6" name="frame-663"/>
          <p:cNvSpPr/>
          <p:nvPr/>
        </p:nvSpPr>
        <p:spPr>
          <a:xfrm>
            <a:off x="1100114" y="1645920"/>
            <a:ext cx="2188892" cy="4617720"/>
          </a:xfrm>
          <a:prstGeom prst="rect">
            <a:avLst/>
          </a:prstGeom>
          <a:solidFill>
            <a:srgbClr val="0F1B2D"/>
          </a:solidFill>
          <a:ln w="9525">
            <a:solidFill>
              <a:srgbClr val="C9D2DE"/>
            </a:solidFill>
            <a:prstDash val="solid"/>
          </a:ln>
          <a:effectLst>
            <a:outerShdw sx="100000" sy="100000" kx="0" ky="0" algn="bl" rotWithShape="0" blurRad="127000" dist="38100" dir="5400000">
              <a:srgbClr val="0F1B2D">
                <a:alpha val="18000"/>
              </a:srgbClr>
            </a:outerShdw>
          </a:effectLst>
        </p:spPr>
      </p:sp>
      <p:pic>
        <p:nvPicPr>
          <p:cNvPr id="7" name="screen-664" descr="화면: b-myaccoun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0114" y="1645920"/>
            <a:ext cx="2188892" cy="4617720"/>
          </a:xfrm>
          <a:prstGeom prst="rect">
            <a:avLst/>
          </a:prstGeom>
        </p:spPr>
      </p:pic>
      <p:sp>
        <p:nvSpPr>
          <p:cNvPr id="8" name="mark-665"/>
          <p:cNvSpPr/>
          <p:nvPr/>
        </p:nvSpPr>
        <p:spPr>
          <a:xfrm>
            <a:off x="1181764" y="2169558"/>
            <a:ext cx="2025592" cy="1920357"/>
          </a:xfrm>
          <a:prstGeom prst="roundRect">
            <a:avLst>
              <a:gd name="adj" fmla="val 1905"/>
            </a:avLst>
          </a:prstGeom>
          <a:ln w="28575">
            <a:solidFill>
              <a:srgbClr val="F59E0B"/>
            </a:solidFill>
            <a:prstDash val="solid"/>
          </a:ln>
        </p:spPr>
      </p:sp>
      <p:sp>
        <p:nvSpPr>
          <p:cNvPr id="9" name="markdot-666"/>
          <p:cNvSpPr/>
          <p:nvPr/>
        </p:nvSpPr>
        <p:spPr>
          <a:xfrm>
            <a:off x="1035460" y="2023254"/>
            <a:ext cx="292608" cy="292608"/>
          </a:xfrm>
          <a:prstGeom prst="ellipse">
            <a:avLst/>
          </a:prstGeom>
          <a:solidFill>
            <a:srgbClr val="F59E0B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10" name="t-667"/>
          <p:cNvSpPr txBox="1"/>
          <p:nvPr/>
        </p:nvSpPr>
        <p:spPr>
          <a:xfrm>
            <a:off x="1035460" y="202325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100" dirty="0"/>
          </a:p>
        </p:txBody>
      </p:sp>
      <p:sp>
        <p:nvSpPr>
          <p:cNvPr id="11" name="mark-668"/>
          <p:cNvSpPr/>
          <p:nvPr/>
        </p:nvSpPr>
        <p:spPr>
          <a:xfrm>
            <a:off x="1270162" y="3819646"/>
            <a:ext cx="274478" cy="198709"/>
          </a:xfrm>
          <a:prstGeom prst="roundRect">
            <a:avLst>
              <a:gd name="adj" fmla="val 18407"/>
            </a:avLst>
          </a:prstGeom>
          <a:ln w="28575">
            <a:solidFill>
              <a:srgbClr val="F59E0B"/>
            </a:solidFill>
            <a:prstDash val="solid"/>
          </a:ln>
        </p:spPr>
      </p:sp>
      <p:sp>
        <p:nvSpPr>
          <p:cNvPr id="12" name="markdot-669"/>
          <p:cNvSpPr/>
          <p:nvPr/>
        </p:nvSpPr>
        <p:spPr>
          <a:xfrm>
            <a:off x="1123858" y="3673342"/>
            <a:ext cx="292608" cy="292608"/>
          </a:xfrm>
          <a:prstGeom prst="ellipse">
            <a:avLst/>
          </a:prstGeom>
          <a:solidFill>
            <a:srgbClr val="F59E0B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13" name="t-670"/>
          <p:cNvSpPr txBox="1"/>
          <p:nvPr/>
        </p:nvSpPr>
        <p:spPr>
          <a:xfrm>
            <a:off x="1123858" y="367334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100" dirty="0"/>
          </a:p>
        </p:txBody>
      </p:sp>
      <p:sp>
        <p:nvSpPr>
          <p:cNvPr id="14" name="mark-671"/>
          <p:cNvSpPr/>
          <p:nvPr/>
        </p:nvSpPr>
        <p:spPr>
          <a:xfrm>
            <a:off x="1181764" y="4270052"/>
            <a:ext cx="2025592" cy="1693049"/>
          </a:xfrm>
          <a:prstGeom prst="roundRect">
            <a:avLst>
              <a:gd name="adj" fmla="val 2160"/>
            </a:avLst>
          </a:prstGeom>
          <a:ln w="28575">
            <a:solidFill>
              <a:srgbClr val="F59E0B"/>
            </a:solidFill>
            <a:prstDash val="solid"/>
          </a:ln>
        </p:spPr>
      </p:sp>
      <p:sp>
        <p:nvSpPr>
          <p:cNvPr id="15" name="markdot-672"/>
          <p:cNvSpPr/>
          <p:nvPr/>
        </p:nvSpPr>
        <p:spPr>
          <a:xfrm>
            <a:off x="1035460" y="4123748"/>
            <a:ext cx="292608" cy="292608"/>
          </a:xfrm>
          <a:prstGeom prst="ellipse">
            <a:avLst/>
          </a:prstGeom>
          <a:solidFill>
            <a:srgbClr val="F59E0B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16" name="t-673"/>
          <p:cNvSpPr txBox="1"/>
          <p:nvPr/>
        </p:nvSpPr>
        <p:spPr>
          <a:xfrm>
            <a:off x="1035460" y="412374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100" dirty="0"/>
          </a:p>
        </p:txBody>
      </p:sp>
      <p:sp>
        <p:nvSpPr>
          <p:cNvPr id="17" name="step-674"/>
          <p:cNvSpPr/>
          <p:nvPr/>
        </p:nvSpPr>
        <p:spPr>
          <a:xfrm>
            <a:off x="4206240" y="1783080"/>
            <a:ext cx="329184" cy="329184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8" name="t-675"/>
          <p:cNvSpPr txBox="1"/>
          <p:nvPr/>
        </p:nvSpPr>
        <p:spPr>
          <a:xfrm>
            <a:off x="4206240" y="178308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200" dirty="0"/>
          </a:p>
        </p:txBody>
      </p:sp>
      <p:sp>
        <p:nvSpPr>
          <p:cNvPr id="19" name="t-676"/>
          <p:cNvSpPr txBox="1"/>
          <p:nvPr/>
        </p:nvSpPr>
        <p:spPr>
          <a:xfrm>
            <a:off x="4681728" y="1737360"/>
            <a:ext cx="6931152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0F1B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 정보</a:t>
            </a:r>
            <a:endParaRPr lang="en-US" sz="15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5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표시 이름 · 회사명 · 이메일을 고칩니다. 로그인 이름과 역할은 바꿀 수 없습니다(역할은 관리자가 정합니다).</a:t>
            </a:r>
            <a:endParaRPr lang="en-US" sz="1500" dirty="0"/>
          </a:p>
        </p:txBody>
      </p:sp>
      <p:sp>
        <p:nvSpPr>
          <p:cNvPr id="20" name="step-677"/>
          <p:cNvSpPr/>
          <p:nvPr/>
        </p:nvSpPr>
        <p:spPr>
          <a:xfrm>
            <a:off x="4206240" y="3063240"/>
            <a:ext cx="329184" cy="329184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1" name="t-678"/>
          <p:cNvSpPr txBox="1"/>
          <p:nvPr/>
        </p:nvSpPr>
        <p:spPr>
          <a:xfrm>
            <a:off x="4206240" y="306324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200" dirty="0"/>
          </a:p>
        </p:txBody>
      </p:sp>
      <p:sp>
        <p:nvSpPr>
          <p:cNvPr id="22" name="t-679"/>
          <p:cNvSpPr txBox="1"/>
          <p:nvPr/>
        </p:nvSpPr>
        <p:spPr>
          <a:xfrm>
            <a:off x="4681728" y="3017520"/>
            <a:ext cx="6931152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0F1B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「저장」</a:t>
            </a:r>
            <a:endParaRPr lang="en-US" sz="15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5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바꾼 내용이 있을 때만 눌립니다. 변경 이력에는 새 이름으로 남습니다.</a:t>
            </a:r>
            <a:endParaRPr lang="en-US" sz="1500" dirty="0"/>
          </a:p>
        </p:txBody>
      </p:sp>
      <p:sp>
        <p:nvSpPr>
          <p:cNvPr id="23" name="step-680"/>
          <p:cNvSpPr/>
          <p:nvPr/>
        </p:nvSpPr>
        <p:spPr>
          <a:xfrm>
            <a:off x="4206240" y="4343400"/>
            <a:ext cx="329184" cy="329184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4" name="t-681"/>
          <p:cNvSpPr txBox="1"/>
          <p:nvPr/>
        </p:nvSpPr>
        <p:spPr>
          <a:xfrm>
            <a:off x="4206240" y="43434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200" dirty="0"/>
          </a:p>
        </p:txBody>
      </p:sp>
      <p:sp>
        <p:nvSpPr>
          <p:cNvPr id="25" name="t-682"/>
          <p:cNvSpPr txBox="1"/>
          <p:nvPr/>
        </p:nvSpPr>
        <p:spPr>
          <a:xfrm>
            <a:off x="4681728" y="4297680"/>
            <a:ext cx="6931152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0F1B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비밀번호 바꾸기</a:t>
            </a:r>
            <a:endParaRPr lang="en-US" sz="15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5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지금 비밀번호와 새 비밀번호(10자 이상)를 넣습니다. 바꾸면 다른 곳의 로그인은 끊깁니다.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50">
                <a:solidFill>
                  <a:srgbClr val="8A94A6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37</a:t>
            </a:fld>
            <a:endParaRPr lang="en-US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r-683"/>
          <p:cNvSpPr/>
          <p:nvPr/>
        </p:nvSpPr>
        <p:spPr>
          <a:xfrm>
            <a:off x="548640" y="329184"/>
            <a:ext cx="384048" cy="54864"/>
          </a:xfrm>
          <a:prstGeom prst="rect">
            <a:avLst/>
          </a:prstGeom>
          <a:solidFill>
            <a:srgbClr val="2F7CF6"/>
          </a:solidFill>
          <a:ln w="12700">
            <a:solidFill>
              <a:srgbClr val="2F7CF6"/>
            </a:solidFill>
            <a:prstDash val="solid"/>
          </a:ln>
        </p:spPr>
      </p:sp>
      <p:sp>
        <p:nvSpPr>
          <p:cNvPr id="3" name="t-684"/>
          <p:cNvSpPr txBox="1"/>
          <p:nvPr/>
        </p:nvSpPr>
        <p:spPr>
          <a:xfrm>
            <a:off x="1024128" y="22860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F7C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 계정과 설정</a:t>
            </a:r>
            <a:endParaRPr lang="en-US" sz="11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548640" y="566928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F1B2D"/>
                </a:solidFill>
              </a:rPr>
              <a:t>언어 · 검사 규칙 보기</a:t>
            </a:r>
            <a:endParaRPr lang="en-US" sz="2600" dirty="0"/>
          </a:p>
        </p:txBody>
      </p:sp>
      <p:sp>
        <p:nvSpPr>
          <p:cNvPr id="5" name="t-685"/>
          <p:cNvSpPr txBox="1"/>
          <p:nvPr/>
        </p:nvSpPr>
        <p:spPr>
          <a:xfrm>
            <a:off x="548640" y="1152144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설정 ▾ → 언어 / 규칙과 규약 보기</a:t>
            </a:r>
            <a:endParaRPr lang="en-US" sz="1400" dirty="0"/>
          </a:p>
        </p:txBody>
      </p:sp>
      <p:sp>
        <p:nvSpPr>
          <p:cNvPr id="6" name="frame-686"/>
          <p:cNvSpPr/>
          <p:nvPr/>
        </p:nvSpPr>
        <p:spPr>
          <a:xfrm>
            <a:off x="548640" y="1666897"/>
            <a:ext cx="5120640" cy="2244045"/>
          </a:xfrm>
          <a:prstGeom prst="rect">
            <a:avLst/>
          </a:prstGeom>
          <a:solidFill>
            <a:srgbClr val="0F1B2D"/>
          </a:solidFill>
          <a:ln w="9525">
            <a:solidFill>
              <a:srgbClr val="C9D2DE"/>
            </a:solidFill>
            <a:prstDash val="solid"/>
          </a:ln>
          <a:effectLst>
            <a:outerShdw sx="100000" sy="100000" kx="0" ky="0" algn="bl" rotWithShape="0" blurRad="127000" dist="38100" dir="5400000">
              <a:srgbClr val="0F1B2D">
                <a:alpha val="18000"/>
              </a:srgbClr>
            </a:outerShdw>
          </a:effectLst>
        </p:spPr>
      </p:sp>
      <p:pic>
        <p:nvPicPr>
          <p:cNvPr id="7" name="screen-687" descr="화면: a-la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66897"/>
            <a:ext cx="5120640" cy="2244045"/>
          </a:xfrm>
          <a:prstGeom prst="rect">
            <a:avLst/>
          </a:prstGeom>
        </p:spPr>
      </p:pic>
      <p:sp>
        <p:nvSpPr>
          <p:cNvPr id="8" name="frame-688"/>
          <p:cNvSpPr/>
          <p:nvPr/>
        </p:nvSpPr>
        <p:spPr>
          <a:xfrm>
            <a:off x="6080760" y="1645920"/>
            <a:ext cx="5486400" cy="4114800"/>
          </a:xfrm>
          <a:prstGeom prst="rect">
            <a:avLst/>
          </a:prstGeom>
          <a:solidFill>
            <a:srgbClr val="0F1B2D"/>
          </a:solidFill>
          <a:ln w="9525">
            <a:solidFill>
              <a:srgbClr val="C9D2DE"/>
            </a:solidFill>
            <a:prstDash val="solid"/>
          </a:ln>
          <a:effectLst>
            <a:outerShdw sx="100000" sy="100000" kx="0" ky="0" algn="bl" rotWithShape="0" blurRad="127000" dist="38100" dir="5400000">
              <a:srgbClr val="0F1B2D">
                <a:alpha val="18000"/>
              </a:srgbClr>
            </a:outerShdw>
          </a:effectLst>
        </p:spPr>
      </p:sp>
      <p:pic>
        <p:nvPicPr>
          <p:cNvPr id="9" name="screen-689" descr="화면: a-rule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80760" y="1645920"/>
            <a:ext cx="5486400" cy="4114800"/>
          </a:xfrm>
          <a:prstGeom prst="rect">
            <a:avLst/>
          </a:prstGeom>
        </p:spPr>
      </p:pic>
      <p:sp>
        <p:nvSpPr>
          <p:cNvPr id="10" name="t-690"/>
          <p:cNvSpPr txBox="1"/>
          <p:nvPr/>
        </p:nvSpPr>
        <p:spPr>
          <a:xfrm>
            <a:off x="548640" y="4041648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8A94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언어 — 한국어 / English (이 브라우저에만 저장)</a:t>
            </a:r>
            <a:endParaRPr lang="en-US" sz="1150" dirty="0"/>
          </a:p>
        </p:txBody>
      </p:sp>
      <p:sp>
        <p:nvSpPr>
          <p:cNvPr id="11" name="t-691"/>
          <p:cNvSpPr txBox="1"/>
          <p:nvPr/>
        </p:nvSpPr>
        <p:spPr>
          <a:xfrm>
            <a:off x="6035040" y="5852160"/>
            <a:ext cx="5577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8A94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검사 규칙 43종과 작성 규약</a:t>
            </a:r>
            <a:endParaRPr lang="en-US" sz="1150" dirty="0"/>
          </a:p>
        </p:txBody>
      </p:sp>
      <p:sp>
        <p:nvSpPr>
          <p:cNvPr id="12" name="note-692"/>
          <p:cNvSpPr/>
          <p:nvPr/>
        </p:nvSpPr>
        <p:spPr>
          <a:xfrm>
            <a:off x="548640" y="4572000"/>
            <a:ext cx="5120640" cy="731520"/>
          </a:xfrm>
          <a:prstGeom prst="rect">
            <a:avLst/>
          </a:prstGeom>
          <a:solidFill>
            <a:srgbClr val="EEF4FF"/>
          </a:solidFill>
          <a:ln w="12700">
            <a:solidFill>
              <a:srgbClr val="EEF4FF"/>
            </a:solidFill>
            <a:prstDash val="solid"/>
          </a:ln>
        </p:spPr>
      </p:sp>
      <p:sp>
        <p:nvSpPr>
          <p:cNvPr id="13" name="notebar-693"/>
          <p:cNvSpPr/>
          <p:nvPr/>
        </p:nvSpPr>
        <p:spPr>
          <a:xfrm>
            <a:off x="548640" y="4572000"/>
            <a:ext cx="64008" cy="731520"/>
          </a:xfrm>
          <a:prstGeom prst="rect">
            <a:avLst/>
          </a:prstGeom>
          <a:solidFill>
            <a:srgbClr val="2F7CF6"/>
          </a:solidFill>
          <a:ln w="12700">
            <a:solidFill>
              <a:srgbClr val="2F7CF6"/>
            </a:solidFill>
            <a:prstDash val="solid"/>
          </a:ln>
        </p:spPr>
      </p:sp>
      <p:sp>
        <p:nvSpPr>
          <p:cNvPr id="14" name="t-694"/>
          <p:cNvSpPr txBox="1"/>
          <p:nvPr/>
        </p:nvSpPr>
        <p:spPr>
          <a:xfrm>
            <a:off x="777240" y="4572000"/>
            <a:ext cx="4754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F7C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참고  </a:t>
            </a:r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English로 바꿔도 검사 결과 문구와 검증 결과서는 한국어로 나옵니다.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50">
                <a:solidFill>
                  <a:srgbClr val="8A94A6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38</a:t>
            </a:fld>
            <a:endParaRPr lang="en-US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r-695"/>
          <p:cNvSpPr/>
          <p:nvPr/>
        </p:nvSpPr>
        <p:spPr>
          <a:xfrm>
            <a:off x="548640" y="329184"/>
            <a:ext cx="384048" cy="54864"/>
          </a:xfrm>
          <a:prstGeom prst="rect">
            <a:avLst/>
          </a:prstGeom>
          <a:solidFill>
            <a:srgbClr val="2F7CF6"/>
          </a:solidFill>
          <a:ln w="12700">
            <a:solidFill>
              <a:srgbClr val="2F7CF6"/>
            </a:solidFill>
            <a:prstDash val="solid"/>
          </a:ln>
        </p:spPr>
      </p:sp>
      <p:sp>
        <p:nvSpPr>
          <p:cNvPr id="3" name="t-696"/>
          <p:cNvSpPr txBox="1"/>
          <p:nvPr/>
        </p:nvSpPr>
        <p:spPr>
          <a:xfrm>
            <a:off x="1024128" y="22860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F7C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 계정과 설정</a:t>
            </a:r>
            <a:endParaRPr lang="en-US" sz="11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548640" y="566928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F1B2D"/>
                </a:solidFill>
              </a:rPr>
              <a:t>자주 묻는 질문</a:t>
            </a:r>
            <a:endParaRPr lang="en-US" sz="2600" dirty="0"/>
          </a:p>
        </p:txBody>
      </p:sp>
      <p:graphicFrame>
        <p:nvGraphicFramePr>
          <p:cNvPr id="40" name="table-69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64240" cy="914400"/>
        </p:xfrm>
        <a:graphic>
          <a:graphicData uri="http://schemas.openxmlformats.org/drawingml/2006/table">
            <a:tbl>
              <a:tblPr/>
              <a:tblGrid>
                <a:gridCol w="3840480"/>
                <a:gridCol w="72237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질문</a:t>
                      </a:r>
                      <a:endParaRPr lang="en-US" sz="13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14300" marR="114300" marT="63500" marB="63500" anchor="ctr">
                    <a:lnL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B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답</a:t>
                      </a:r>
                      <a:endParaRPr lang="en-US" sz="13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14300" marR="114300" marT="63500" marB="63500" anchor="ctr">
                    <a:lnL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B2D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내려받기 단추에 자물쇠가 있어요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14300" marR="114300" marT="63500" marB="63500" anchor="ctr">
                    <a:lnL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데모 계정이라서입니다. 회원가입하면 내려받을 수 있습니다.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14300" marR="114300" marT="63500" marB="63500" anchor="ctr">
                    <a:lnL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견본을 누르면 회원가입 안내가 나와요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14300" marR="114300" marT="63500" marB="63500" anchor="ctr">
                    <a:lnL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견본은 회원가입 후 사용할 수 있습니다.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14300" marR="114300" marT="63500" marB="63500" anchor="ctr">
                    <a:lnL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데모 계정으로 만든 파일이 사라졌어요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14300" marR="114300" marT="63500" marB="63500" anchor="ctr">
                    <a:lnL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체험판은 일정 시간 후 초기화 됩니다. 계속 쓰려면 회원가입하세요.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14300" marR="114300" marT="63500" marB="63500" anchor="ctr">
                    <a:lnL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로그인이 안 돼요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14300" marR="114300" marT="63500" marB="63500" anchor="ctr">
                    <a:lnL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5번 틀리면 5분간 막힙니다. 비밀번호를 잊었다면 관리자에게 초기화를 요청하세요.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14300" marR="114300" marT="63500" marB="63500" anchor="ctr">
                    <a:lnL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위반 0건이면 KOSMO Validator도 통과하나요?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14300" marR="114300" marT="63500" marB="63500" anchor="ctr">
                    <a:lnL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대부분 그렇지만 보장하지는 않습니다. 공식 판정은 KOSMO Validator가 합니다 — 이 도구는 사전 점검입니다.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14300" marR="114300" marT="63500" marB="63500" anchor="ctr">
                    <a:lnL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같은 이름의 파일이 두 개가 됐어요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14300" marR="114300" marT="63500" marB="63500" anchor="ctr">
                    <a:lnL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같은 파일을 다시 올린 것입니다. 파일 목록에서 하나를 지우세요.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14300" marR="114300" marT="63500" marB="63500" anchor="ctr">
                    <a:lnL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내 정보를 지우고 싶어요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14300" marR="114300" marT="63500" marB="63500" anchor="ctr">
                    <a:lnL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설정 ▾ → 탈퇴. 계정과 올린 파일이 함께 삭제됩니다.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14300" marR="114300" marT="63500" marB="63500" anchor="ctr">
                    <a:lnL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50">
                <a:solidFill>
                  <a:srgbClr val="8A94A6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39</a:t>
            </a:fld>
            <a:endParaRPr lang="en-US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F7CF6"/>
          </a:solidFill>
          <a:ln w="12700">
            <a:solidFill>
              <a:srgbClr val="2F7CF6"/>
            </a:solidFill>
            <a:prstDash val="solid"/>
          </a:ln>
        </p:spPr>
      </p:sp>
      <p:sp>
        <p:nvSpPr>
          <p:cNvPr id="3" name="t-698"/>
          <p:cNvSpPr txBox="1"/>
          <p:nvPr/>
        </p:nvSpPr>
        <p:spPr>
          <a:xfrm>
            <a:off x="731520" y="123444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spc="600" kern="0" dirty="0">
                <a:solidFill>
                  <a:srgbClr val="2F7C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VEXPLOR</a:t>
            </a:r>
            <a:endParaRPr lang="en-US" sz="2600" dirty="0"/>
          </a:p>
        </p:txBody>
      </p:sp>
      <p:sp>
        <p:nvSpPr>
          <p:cNvPr id="4" name="t-699"/>
          <p:cNvSpPr txBox="1"/>
          <p:nvPr/>
        </p:nvSpPr>
        <p:spPr>
          <a:xfrm>
            <a:off x="731520" y="1828800"/>
            <a:ext cx="106984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처음이라면, 이렇게</a:t>
            </a:r>
            <a:endParaRPr lang="en-US" sz="4400" dirty="0"/>
          </a:p>
        </p:txBody>
      </p:sp>
      <p:sp>
        <p:nvSpPr>
          <p:cNvPr id="5" name="t-700"/>
          <p:cNvSpPr txBox="1"/>
          <p:nvPr/>
        </p:nvSpPr>
        <p:spPr>
          <a:xfrm>
            <a:off x="731520" y="3383280"/>
            <a:ext cx="106984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700" dirty="0">
                <a:solidFill>
                  <a:srgbClr val="9CC2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① 데모 계정으로 둘러보기</a:t>
            </a:r>
            <a:endParaRPr lang="en-US" sz="17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700" dirty="0">
                <a:solidFill>
                  <a:srgbClr val="9CC2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② 회원가입 → 견본 열기</a:t>
            </a:r>
            <a:endParaRPr lang="en-US" sz="17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700" dirty="0">
                <a:solidFill>
                  <a:srgbClr val="9CC2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③ 「다른 파일에서 가져오기」로 내 설비 만들기</a:t>
            </a:r>
            <a:endParaRPr lang="en-US" sz="17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700" dirty="0">
                <a:solidFill>
                  <a:srgbClr val="9CC2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④ 검사 · 자동 고치기 → AASX 내려받기</a:t>
            </a:r>
            <a:endParaRPr lang="en-US" sz="1700" dirty="0"/>
          </a:p>
        </p:txBody>
      </p:sp>
      <p:sp>
        <p:nvSpPr>
          <p:cNvPr id="6" name="t-701"/>
          <p:cNvSpPr txBox="1"/>
          <p:nvPr/>
        </p:nvSpPr>
        <p:spPr>
          <a:xfrm>
            <a:off x="731520" y="59893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FA3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© 2026 WACE  ·  VEXPLOR AAS Studio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VEXPLOR Manual">
  <a:themeElements>
    <a:clrScheme name="VEXPLOR Manual">
      <a:dk1>
        <a:srgbClr val="1F2937"/>
      </a:dk1>
      <a:lt1>
        <a:srgbClr val="FFFFFF"/>
      </a:lt1>
      <a:dk2>
        <a:srgbClr val="0F1B2D"/>
      </a:dk2>
      <a:lt2>
        <a:srgbClr val="F3F6FB"/>
      </a:lt2>
      <a:accent1>
        <a:srgbClr val="2F7CF6"/>
      </a:accent1>
      <a:accent2>
        <a:srgbClr val="16A34A"/>
      </a:accent2>
      <a:accent3>
        <a:srgbClr val="F59E0B"/>
      </a:accent3>
      <a:accent4>
        <a:srgbClr val="DC2626"/>
      </a:accent4>
      <a:accent5>
        <a:srgbClr val="8A94A6"/>
      </a:accent5>
      <a:accent6>
        <a:srgbClr val="9CC2FF"/>
      </a:accent6>
      <a:hlink>
        <a:srgbClr val="2F7CF6"/>
      </a:hlink>
      <a:folHlink>
        <a:srgbClr val="8A94A6"/>
      </a:folHlink>
    </a:clrScheme>
    <a:fontScheme name="VEXPLOR Manual">
      <a:majorFont>
        <a:latin typeface="Malgun Gothi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algun Gothi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40</Slides>
  <Notes>40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40</vt:i4>
      </vt:variant>
    </vt:vector>
  </HeadingPairs>
  <TitlesOfParts>
    <vt:vector size="4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</vt:vector>
  </TitlesOfParts>
  <Company>WACE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VEXPLOR AAS Studio 사용자 매뉴얼</dc:title>
  <dc:subject>PptxGenJS Presentation</dc:subject>
  <dc:creator>WACE</dc:creator>
  <cp:lastModifiedBy>WACE</cp:lastModifiedBy>
  <cp:revision>1</cp:revision>
  <dcterms:created xsi:type="dcterms:W3CDTF">2026-10-08T01:36:28Z</dcterms:created>
  <dcterms:modified xsi:type="dcterms:W3CDTF">2026-10-08T01:36:28Z</dcterms:modified>
</cp:coreProperties>
</file>